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BRL Phase 1 template.
Use this deck as the starting file for sermon PowerPoints.
Slides should cue the preacher and anchor the audience visually.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0:00–0:30
Keep this slide minimal.
Use it to establish title, series, and primary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— about 10–20% of sermon time.
Use 1 main visual idea, not several paragraphs.
Preacher supplies the full story verbally.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POINT SLIDE — show the point at the top.
Use only supporting anchors; preach the explanation verbally.
Keep a rhythm: state, prove,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SCRIPTURE SLIDE — use for the main text or transition text.
Do not place long Bible readings on the screen unless the audience needs to read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SLIDE — bridge doctrine to life.
Use paired phrases when possible: What God reveals / How we respond.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— answer or restate every major point.
Make the conclusion rhythmic enough for the audience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INVITATION — keep the slide uncluttered.
The preacher gives the appeal; the slide anchors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SLIDE — copy this for any custom sermon-specific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style guide can be hidden in final sermon decks or kept for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rl_presentation_bg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128016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118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3B3"/>
                </a:solidFill>
              </a:rPr>
              <a:t>Biblical Research Library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680960" y="11887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9C3B3"/>
                </a:solidFill>
              </a:rPr>
              <a:t>PHASE 1 PRESENTATION TEMPLATE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384048" y="475488"/>
            <a:ext cx="11430000" cy="0"/>
          </a:xfrm>
          <a:prstGeom prst="line">
            <a:avLst/>
          </a:prstGeom>
          <a:noFill/>
          <a:ln w="9525">
            <a:solidFill>
              <a:srgbClr val="FBBF24">
                <a:alpha val="5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50876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 Presentation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58952" y="22402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Template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290779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9C3B3"/>
                </a:solidFill>
              </a:rPr>
              <a:t>Visuals that support the sermon — not replace it.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77240" y="3977640"/>
            <a:ext cx="4434840" cy="1051560"/>
          </a:xfrm>
          <a:prstGeom prst="roundRect">
            <a:avLst>
              <a:gd name="adj" fmla="val 10435"/>
            </a:avLst>
          </a:prstGeom>
          <a:solidFill>
            <a:srgbClr val="000000">
              <a:alpha val="70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4187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</a:rPr>
              <a:t>STANDARD FLOW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33272" y="44622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BE4"/>
                </a:solidFill>
              </a:rPr>
              <a:t>Title • Intro • Main Points • Conclusion • Invitation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11480" y="6446520"/>
            <a:ext cx="11356848" cy="0"/>
          </a:xfrm>
          <a:prstGeom prst="line">
            <a:avLst/>
          </a:prstGeom>
          <a:noFill/>
          <a:ln w="635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C3B3"/>
                </a:solidFill>
              </a:rPr>
              <a:t>Master theme and layout examples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BRL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rl_presentation_bg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128016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118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3B3"/>
                </a:solidFill>
              </a:rPr>
              <a:t>Biblical Research Library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680960" y="11887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9C3B3"/>
                </a:solidFill>
              </a:rPr>
              <a:t>PHASE 1 PRESENTATION TEMPLATE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384048" y="475488"/>
            <a:ext cx="11430000" cy="0"/>
          </a:xfrm>
          <a:prstGeom prst="line">
            <a:avLst/>
          </a:prstGeom>
          <a:noFill/>
          <a:ln w="9525">
            <a:solidFill>
              <a:srgbClr val="FBBF24">
                <a:alpha val="5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078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BRL-S000001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1417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Know God?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50392" y="20848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3B3"/>
                </a:solidFill>
              </a:rPr>
              <a:t>Sermon 1 — Getting to Know God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4114800"/>
            <a:ext cx="51663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72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43342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Jeremiah 9:23–24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94760" y="43342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BE4"/>
                </a:solidFill>
              </a:rPr>
              <a:t>“Let him who boasts boast in this…”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" y="6446520"/>
            <a:ext cx="11356848" cy="0"/>
          </a:xfrm>
          <a:prstGeom prst="line">
            <a:avLst/>
          </a:prstGeom>
          <a:noFill/>
          <a:ln w="635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C3B3"/>
                </a:solidFill>
              </a:rPr>
              <a:t>Template Layout: Title Slide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BRL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rl_presentation_bg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128016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118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3B3"/>
                </a:solidFill>
              </a:rPr>
              <a:t>Biblical Research Library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680960" y="11887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9C3B3"/>
                </a:solidFill>
              </a:rPr>
              <a:t>PHASE 1 PRESENTATION TEMPLATE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384048" y="475488"/>
            <a:ext cx="11430000" cy="0"/>
          </a:xfrm>
          <a:prstGeom prst="line">
            <a:avLst/>
          </a:prstGeom>
          <a:noFill/>
          <a:ln w="9525">
            <a:solidFill>
              <a:srgbClr val="FBBF24">
                <a:alpha val="5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18872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868680" y="18470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9C3B3"/>
                </a:solidFill>
              </a:rPr>
              <a:t>State the idea. Set the direction.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68680" y="2743200"/>
            <a:ext cx="5029200" cy="2560320"/>
          </a:xfrm>
          <a:prstGeom prst="roundRect">
            <a:avLst>
              <a:gd name="adj" fmla="val 4286"/>
            </a:avLst>
          </a:prstGeom>
          <a:solidFill>
            <a:srgbClr val="000000">
              <a:alpha val="70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3035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</a:rPr>
              <a:t>OPENING QUESTION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43000" y="34564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well do you know someone you love?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143000" y="46177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9C3B3"/>
                </a:solidFill>
              </a:rPr>
              <a:t>The introduction should create interest and lead naturally into the proposition.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0" y="2743200"/>
            <a:ext cx="4892040" cy="2560320"/>
          </a:xfrm>
          <a:prstGeom prst="roundRect">
            <a:avLst>
              <a:gd name="adj" fmla="val 4286"/>
            </a:avLst>
          </a:prstGeom>
          <a:solidFill>
            <a:srgbClr val="000000">
              <a:alpha val="62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3035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</a:rPr>
              <a:t>PROPOSITION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693408" y="3493008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DEBE4"/>
                </a:solidFill>
              </a:rPr>
              <a:t>God has revealed Himself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693408" y="393192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DEBE4"/>
                </a:solidFill>
              </a:rPr>
              <a:t>so we can know Him,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693408" y="4370832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DEBE4"/>
                </a:solidFill>
              </a:rPr>
              <a:t>not merely know about Him.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11480" y="6446520"/>
            <a:ext cx="11356848" cy="0"/>
          </a:xfrm>
          <a:prstGeom prst="line">
            <a:avLst/>
          </a:prstGeom>
          <a:noFill/>
          <a:ln w="635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C3B3"/>
                </a:solidFill>
              </a:rPr>
              <a:t>Template Layout: Introduction + Proposition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BRL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rl_presentation_bg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128016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118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3B3"/>
                </a:solidFill>
              </a:rPr>
              <a:t>Biblical Research Library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680960" y="11887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9C3B3"/>
                </a:solidFill>
              </a:rPr>
              <a:t>PHASE 1 PRESENTATION TEMPLATE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384048" y="475488"/>
            <a:ext cx="11430000" cy="0"/>
          </a:xfrm>
          <a:prstGeom prst="line">
            <a:avLst/>
          </a:prstGeom>
          <a:noFill/>
          <a:ln w="9525">
            <a:solidFill>
              <a:srgbClr val="FBBF24">
                <a:alpha val="5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969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POINT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1298448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Know God’s Favorite Flower?</a:t>
            </a:r>
            <a:endParaRPr lang="en-US" sz="3700" dirty="0"/>
          </a:p>
        </p:txBody>
      </p:sp>
      <p:sp>
        <p:nvSpPr>
          <p:cNvPr id="10" name="Shape 7"/>
          <p:cNvSpPr/>
          <p:nvPr/>
        </p:nvSpPr>
        <p:spPr>
          <a:xfrm>
            <a:off x="868680" y="2514600"/>
            <a:ext cx="10469880" cy="2560320"/>
          </a:xfrm>
          <a:prstGeom prst="roundRect">
            <a:avLst>
              <a:gd name="adj" fmla="val 4286"/>
            </a:avLst>
          </a:prstGeom>
          <a:solidFill>
            <a:srgbClr val="000000">
              <a:alpha val="68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944368"/>
            <a:ext cx="9601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DEBE4"/>
                </a:solidFill>
              </a:rPr>
              <a:t>Exodus 25:31–40 — almond blossoms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143000" y="3511296"/>
            <a:ext cx="9601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DEBE4"/>
                </a:solidFill>
              </a:rPr>
              <a:t>Numbers 17:8 — Aaron’s rod budded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43000" y="4078224"/>
            <a:ext cx="9601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DEBE4"/>
                </a:solidFill>
              </a:rPr>
              <a:t>Jeremiah 1:11–12 — “I am watching”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143000" y="5440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Application: God teaches through beauty and symbolism.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11480" y="6446520"/>
            <a:ext cx="11356848" cy="0"/>
          </a:xfrm>
          <a:prstGeom prst="line">
            <a:avLst/>
          </a:prstGeom>
          <a:noFill/>
          <a:ln w="635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C3B3"/>
                </a:solidFill>
              </a:rPr>
              <a:t>Template Layout: Main Point + Scripture Anchors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BRL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rl_presentation_bg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128016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118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3B3"/>
                </a:solidFill>
              </a:rPr>
              <a:t>Biblical Research Library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680960" y="11887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9C3B3"/>
                </a:solidFill>
              </a:rPr>
              <a:t>PHASE 1 PRESENTATION TEMPLATE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384048" y="475488"/>
            <a:ext cx="11430000" cy="0"/>
          </a:xfrm>
          <a:prstGeom prst="line">
            <a:avLst/>
          </a:prstGeom>
          <a:noFill/>
          <a:ln w="9525">
            <a:solidFill>
              <a:srgbClr val="FBBF24">
                <a:alpha val="5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18872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Scripture Focus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868680" y="18470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9C3B3"/>
                </a:solidFill>
              </a:rPr>
              <a:t>Use this when the text itself needs to be read or emphasized.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143000" y="2514600"/>
            <a:ext cx="9921240" cy="2560320"/>
          </a:xfrm>
          <a:prstGeom prst="roundRect">
            <a:avLst>
              <a:gd name="adj" fmla="val 4286"/>
            </a:avLst>
          </a:prstGeom>
          <a:solidFill>
            <a:srgbClr val="000000">
              <a:alpha val="74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27632" y="3035808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“Let him who boasts boast in this, that he understands and knows Me…”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664208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Jeremiah 9:24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" y="6446520"/>
            <a:ext cx="11356848" cy="0"/>
          </a:xfrm>
          <a:prstGeom prst="line">
            <a:avLst/>
          </a:prstGeom>
          <a:noFill/>
          <a:ln w="635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C3B3"/>
                </a:solidFill>
              </a:rPr>
              <a:t>Template Layout: Scripture Focus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BRL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rl_presentation_bg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128016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118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3B3"/>
                </a:solidFill>
              </a:rPr>
              <a:t>Biblical Research Library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680960" y="11887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9C3B3"/>
                </a:solidFill>
              </a:rPr>
              <a:t>PHASE 1 PRESENTATION TEMPLATE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384048" y="475488"/>
            <a:ext cx="11430000" cy="0"/>
          </a:xfrm>
          <a:prstGeom prst="line">
            <a:avLst/>
          </a:prstGeom>
          <a:noFill/>
          <a:ln w="9525">
            <a:solidFill>
              <a:srgbClr val="FBBF24">
                <a:alpha val="5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18872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868680" y="18470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9C3B3"/>
                </a:solidFill>
              </a:rPr>
              <a:t>Move from information to formation.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0120" y="2468880"/>
            <a:ext cx="4846320" cy="2697480"/>
          </a:xfrm>
          <a:prstGeom prst="roundRect">
            <a:avLst>
              <a:gd name="adj" fmla="val 4068"/>
            </a:avLst>
          </a:prstGeom>
          <a:solidFill>
            <a:srgbClr val="000000">
              <a:alpha val="68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2788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</a:rPr>
              <a:t>WHAT WE LEARN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261872" y="32461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DEBE4"/>
                </a:solidFill>
              </a:rPr>
              <a:t>God pays attention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261872" y="37490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DEBE4"/>
                </a:solidFill>
              </a:rPr>
              <a:t>God reveals meaning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61872" y="425196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DEBE4"/>
                </a:solidFill>
              </a:rPr>
              <a:t>God invites fellowship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00800" y="2468880"/>
            <a:ext cx="4846320" cy="2697480"/>
          </a:xfrm>
          <a:prstGeom prst="roundRect">
            <a:avLst>
              <a:gd name="adj" fmla="val 4068"/>
            </a:avLst>
          </a:prstGeom>
          <a:solidFill>
            <a:srgbClr val="000000">
              <a:alpha val="68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02552" y="2788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</a:rPr>
              <a:t>WHAT WE DO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702552" y="32461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DEBE4"/>
                </a:solidFill>
              </a:rPr>
              <a:t>Look more carefully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702552" y="37490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DEBE4"/>
                </a:solidFill>
              </a:rPr>
              <a:t>Listen more humbly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702552" y="425196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DEBE4"/>
                </a:solidFill>
              </a:rPr>
              <a:t>Know Him more deeply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11480" y="6446520"/>
            <a:ext cx="11356848" cy="0"/>
          </a:xfrm>
          <a:prstGeom prst="line">
            <a:avLst/>
          </a:prstGeom>
          <a:noFill/>
          <a:ln w="635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C3B3"/>
                </a:solidFill>
              </a:rPr>
              <a:t>Template Layout: Application Bridge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BRL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rl_presentation_bg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128016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118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3B3"/>
                </a:solidFill>
              </a:rPr>
              <a:t>Biblical Research Library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680960" y="11887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9C3B3"/>
                </a:solidFill>
              </a:rPr>
              <a:t>PHASE 1 PRESENTATION TEMPLATE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384048" y="475488"/>
            <a:ext cx="11430000" cy="0"/>
          </a:xfrm>
          <a:prstGeom prst="line">
            <a:avLst/>
          </a:prstGeom>
          <a:noFill/>
          <a:ln w="9525">
            <a:solidFill>
              <a:srgbClr val="FBBF24">
                <a:alpha val="5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18872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868680" y="18470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9C3B3"/>
                </a:solidFill>
              </a:rPr>
              <a:t>Repeat the major points in memorable form.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14400" y="2423160"/>
            <a:ext cx="10332720" cy="2697480"/>
          </a:xfrm>
          <a:prstGeom prst="roundRect">
            <a:avLst>
              <a:gd name="adj" fmla="val 4068"/>
            </a:avLst>
          </a:prstGeom>
          <a:solidFill>
            <a:srgbClr val="000000">
              <a:alpha val="68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2889504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DEBE4"/>
                </a:solidFill>
              </a:rPr>
              <a:t>We saw His attention to detail.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234440" y="3419856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DEBE4"/>
                </a:solidFill>
              </a:rPr>
              <a:t>We saw His love of beauty and holiness.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34440" y="3950208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DEBE4"/>
                </a:solidFill>
              </a:rPr>
              <a:t>We saw His desire for fellowship.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34440" y="5376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The greatest privilege is knowing God Himself.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11480" y="6446520"/>
            <a:ext cx="11356848" cy="0"/>
          </a:xfrm>
          <a:prstGeom prst="line">
            <a:avLst/>
          </a:prstGeom>
          <a:noFill/>
          <a:ln w="635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C3B3"/>
                </a:solidFill>
              </a:rPr>
              <a:t>Template Layout: Conclusion Recap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BRL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rl_presentation_bg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128016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118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3B3"/>
                </a:solidFill>
              </a:rPr>
              <a:t>Biblical Research Library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680960" y="11887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9C3B3"/>
                </a:solidFill>
              </a:rPr>
              <a:t>PHASE 1 PRESENTATION TEMPLATE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384048" y="475488"/>
            <a:ext cx="11430000" cy="0"/>
          </a:xfrm>
          <a:prstGeom prst="line">
            <a:avLst/>
          </a:prstGeom>
          <a:noFill/>
          <a:ln w="9525">
            <a:solidFill>
              <a:srgbClr val="FBBF24">
                <a:alpha val="5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417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</a:t>
            </a:r>
            <a:endParaRPr lang="en-US" sz="4300" dirty="0"/>
          </a:p>
        </p:txBody>
      </p:sp>
      <p:sp>
        <p:nvSpPr>
          <p:cNvPr id="9" name="Text 6"/>
          <p:cNvSpPr/>
          <p:nvPr/>
        </p:nvSpPr>
        <p:spPr>
          <a:xfrm>
            <a:off x="896112" y="2148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3B3"/>
                </a:solidFill>
              </a:rPr>
              <a:t>Come to know God through His Son.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3090672"/>
            <a:ext cx="7772400" cy="1691640"/>
          </a:xfrm>
          <a:prstGeom prst="roundRect">
            <a:avLst>
              <a:gd name="adj" fmla="val 6486"/>
            </a:avLst>
          </a:prstGeom>
          <a:solidFill>
            <a:srgbClr val="000000">
              <a:alpha val="68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3520440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DEBE4"/>
                </a:solidFill>
              </a:rPr>
              <a:t>Hear • Believe • Repent • Confess • Be Baptized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88720" y="4023360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DEBE4"/>
                </a:solidFill>
              </a:rPr>
              <a:t>Walk faithfully with Christ.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11480" y="6446520"/>
            <a:ext cx="11356848" cy="0"/>
          </a:xfrm>
          <a:prstGeom prst="line">
            <a:avLst/>
          </a:prstGeom>
          <a:noFill/>
          <a:ln w="635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C3B3"/>
                </a:solidFill>
              </a:rPr>
              <a:t>Template Layout: Invitation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BRL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rl_presentation_bg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128016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118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3B3"/>
                </a:solidFill>
              </a:rPr>
              <a:t>Biblical Research Library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680960" y="11887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9C3B3"/>
                </a:solidFill>
              </a:rPr>
              <a:t>PHASE 1 PRESENTATION TEMPLATE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384048" y="475488"/>
            <a:ext cx="11430000" cy="0"/>
          </a:xfrm>
          <a:prstGeom prst="line">
            <a:avLst/>
          </a:prstGeom>
          <a:noFill/>
          <a:ln w="9525">
            <a:solidFill>
              <a:srgbClr val="FBBF24">
                <a:alpha val="5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097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Blank Content Slide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868680" y="2057400"/>
            <a:ext cx="10332720" cy="3383280"/>
          </a:xfrm>
          <a:prstGeom prst="roundRect">
            <a:avLst>
              <a:gd name="adj" fmla="val 3243"/>
            </a:avLst>
          </a:prstGeom>
          <a:solidFill>
            <a:srgbClr val="000000">
              <a:alpha val="64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34747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3B3"/>
                </a:solidFill>
              </a:rPr>
              <a:t>Use this layout for custom visuals, diagrams, or one-sentence emphasis.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1480" y="6446520"/>
            <a:ext cx="11356848" cy="0"/>
          </a:xfrm>
          <a:prstGeom prst="line">
            <a:avLst/>
          </a:prstGeom>
          <a:noFill/>
          <a:ln w="635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C3B3"/>
                </a:solidFill>
              </a:rPr>
              <a:t>Template Layout: Blank / Custom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BRL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rl_presentation_bg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128016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118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3B3"/>
                </a:solidFill>
              </a:rPr>
              <a:t>Biblical Research Library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680960" y="11887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9C3B3"/>
                </a:solidFill>
              </a:rPr>
              <a:t>PHASE 1 PRESENTATION TEMPLATE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384048" y="475488"/>
            <a:ext cx="11430000" cy="0"/>
          </a:xfrm>
          <a:prstGeom prst="line">
            <a:avLst/>
          </a:prstGeom>
          <a:noFill/>
          <a:ln w="9525">
            <a:solidFill>
              <a:srgbClr val="FBBF24">
                <a:alpha val="5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18872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 Slide Rules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868680" y="18470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9C3B3"/>
                </a:solidFill>
              </a:rPr>
              <a:t>Phase 1 presentation standard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68680" y="2240280"/>
            <a:ext cx="10469880" cy="3200400"/>
          </a:xfrm>
          <a:prstGeom prst="roundRect">
            <a:avLst>
              <a:gd name="adj" fmla="val 3429"/>
            </a:avLst>
          </a:prstGeom>
          <a:solidFill>
            <a:srgbClr val="000000">
              <a:alpha val="68000"/>
            </a:srgbClr>
          </a:solidFill>
          <a:ln w="889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6151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</a:rPr>
              <a:t>DEFAULT PHILOSOPHY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43000" y="2971800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DEBE4"/>
                </a:solidFill>
              </a:rPr>
              <a:t>1. Slides support the preacher; they do not replace the sermon.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3364992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DEBE4"/>
                </a:solidFill>
              </a:rPr>
              <a:t>2. Titles state the point clearly at the top.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3000" y="3758184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DEBE4"/>
                </a:solidFill>
              </a:rPr>
              <a:t>3. Keep one main idea per slide.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43000" y="4151376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DEBE4"/>
                </a:solidFill>
              </a:rPr>
              <a:t>4. Use Scripture references and key phrases, not dense paragraphs.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43000" y="4544568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DEBE4"/>
                </a:solidFill>
              </a:rPr>
              <a:t>5. Conclusion repeats the main points in memorable rhythm.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11480" y="6446520"/>
            <a:ext cx="11356848" cy="0"/>
          </a:xfrm>
          <a:prstGeom prst="line">
            <a:avLst/>
          </a:prstGeom>
          <a:noFill/>
          <a:ln w="635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C3B3"/>
                </a:solidFill>
              </a:rPr>
              <a:t>Template Layout: Style Guide / Hidden Slide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BRL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Biblical Research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BRL Presentation Phase 1 Template</dc:title>
  <dc:subject>BRL Presentation Phase 1 Template</dc:subject>
  <dc:creator>Biblical Research Library</dc:creator>
  <cp:lastModifiedBy>Biblical Research Library</cp:lastModifiedBy>
  <cp:revision>1</cp:revision>
  <dcterms:created xsi:type="dcterms:W3CDTF">2026-08-04T11:08:13Z</dcterms:created>
  <dcterms:modified xsi:type="dcterms:W3CDTF">2026-08-04T11:08:13Z</dcterms:modified>
</cp:coreProperties>
</file>