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inematic_sermon_presentation_slide_with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presentation_sermon_title_slide_cinematic_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landscape_style_inspirational_religious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landscape_styled_church_sermon_graphic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inematic_religious_themed_graphic_slide_s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inematic_sermon_presentation_slide_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landscape_church_presentation_slide_with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