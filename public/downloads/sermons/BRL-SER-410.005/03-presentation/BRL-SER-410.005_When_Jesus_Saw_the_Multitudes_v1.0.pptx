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sermon_slide_title_graphic_wit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professional_presentation_slide_clean_mod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church_sermon_slide_graphic_w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rectangular_sermon_slide_graphic_clean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slide_like_presentation_graphic_with_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orizontal_sermon_slide_graphic_clean_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presentation_slide_sermon_graphic_with_cl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rectangular_church_presentation_slid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