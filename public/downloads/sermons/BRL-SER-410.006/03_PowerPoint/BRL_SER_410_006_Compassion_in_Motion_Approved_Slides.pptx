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inematic_sermon_title_slide_graphic_with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landscape_style_sermon_slide_graphics_imag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inematic_church_presentation_styl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landscape_church_presentation_slide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horizontal_sermon_slide_graphic_with_a_cin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horizontal_sermon_slide_graphic_with_a_po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hurch_sermon_style_presentation_slide_g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landscape_modern_sermon_slide_church_p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