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44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AD1CD-072C-40D9-810E-90C2DF54BA3A}" type="datetimeFigureOut">
              <a:rPr lang="en-US" smtClean="0"/>
              <a:t>2/24/2014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37DB6-2C8D-4603-AA9B-860806D69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116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AD1CD-072C-40D9-810E-90C2DF54BA3A}" type="datetimeFigureOut">
              <a:rPr lang="en-US" smtClean="0"/>
              <a:t>2/24/2014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37DB6-2C8D-4603-AA9B-860806D69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951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AD1CD-072C-40D9-810E-90C2DF54BA3A}" type="datetimeFigureOut">
              <a:rPr lang="en-US" smtClean="0"/>
              <a:t>2/24/2014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37DB6-2C8D-4603-AA9B-860806D69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689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AD1CD-072C-40D9-810E-90C2DF54BA3A}" type="datetimeFigureOut">
              <a:rPr lang="en-US" smtClean="0"/>
              <a:t>2/24/2014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37DB6-2C8D-4603-AA9B-860806D69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90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AD1CD-072C-40D9-810E-90C2DF54BA3A}" type="datetimeFigureOut">
              <a:rPr lang="en-US" smtClean="0"/>
              <a:t>2/24/2014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37DB6-2C8D-4603-AA9B-860806D69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314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AD1CD-072C-40D9-810E-90C2DF54BA3A}" type="datetimeFigureOut">
              <a:rPr lang="en-US" smtClean="0"/>
              <a:t>2/24/2014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37DB6-2C8D-4603-AA9B-860806D69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84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AD1CD-072C-40D9-810E-90C2DF54BA3A}" type="datetimeFigureOut">
              <a:rPr lang="en-US" smtClean="0"/>
              <a:t>2/24/2014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37DB6-2C8D-4603-AA9B-860806D69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00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AD1CD-072C-40D9-810E-90C2DF54BA3A}" type="datetimeFigureOut">
              <a:rPr lang="en-US" smtClean="0"/>
              <a:t>2/24/2014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37DB6-2C8D-4603-AA9B-860806D69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292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AD1CD-072C-40D9-810E-90C2DF54BA3A}" type="datetimeFigureOut">
              <a:rPr lang="en-US" smtClean="0"/>
              <a:t>2/24/2014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37DB6-2C8D-4603-AA9B-860806D69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753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AD1CD-072C-40D9-810E-90C2DF54BA3A}" type="datetimeFigureOut">
              <a:rPr lang="en-US" smtClean="0"/>
              <a:t>2/24/2014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37DB6-2C8D-4603-AA9B-860806D69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993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AD1CD-072C-40D9-810E-90C2DF54BA3A}" type="datetimeFigureOut">
              <a:rPr lang="en-US" smtClean="0"/>
              <a:t>2/24/2014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37DB6-2C8D-4603-AA9B-860806D69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430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AD1CD-072C-40D9-810E-90C2DF54BA3A}" type="datetimeFigureOut">
              <a:rPr lang="en-US" smtClean="0"/>
              <a:t>2/24/2014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F37DB6-2C8D-4603-AA9B-860806D69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614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87364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 dir="ou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24001"/>
            <a:ext cx="7772400" cy="2076450"/>
          </a:xfrm>
        </p:spPr>
        <p:txBody>
          <a:bodyPr>
            <a:normAutofit/>
          </a:bodyPr>
          <a:lstStyle/>
          <a:p>
            <a:r>
              <a:rPr lang="en-US" sz="5400" dirty="0" smtClean="0"/>
              <a:t>WARNING FROM THE WILDERNESS</a:t>
            </a:r>
            <a:endParaRPr lang="en-US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724400"/>
            <a:ext cx="6400800" cy="914400"/>
          </a:xfrm>
        </p:spPr>
        <p:txBody>
          <a:bodyPr>
            <a:normAutofit/>
          </a:bodyPr>
          <a:lstStyle/>
          <a:p>
            <a:r>
              <a:rPr lang="en-US" sz="4000" dirty="0" smtClean="0">
                <a:solidFill>
                  <a:schemeClr val="tx1"/>
                </a:solidFill>
              </a:rPr>
              <a:t>HEB 3:7-19</a:t>
            </a:r>
            <a:endParaRPr lang="en-US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6019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 dir="ou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Jesus Is Superior to…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Prophets (1:1-3)</a:t>
            </a:r>
          </a:p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Angels (1:4-14)</a:t>
            </a:r>
          </a:p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Warning of Drifting (2:1-4)</a:t>
            </a:r>
          </a:p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His humanity (2:5-18)</a:t>
            </a:r>
          </a:p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Moses (3:1-6)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94723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 dir="ou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Here is the 2</a:t>
            </a:r>
            <a:r>
              <a:rPr lang="en-US" baseline="30000" dirty="0" smtClean="0"/>
              <a:t>nd</a:t>
            </a:r>
            <a:r>
              <a:rPr lang="en-US" dirty="0" smtClean="0"/>
              <a:t> warning wedged in</a:t>
            </a:r>
          </a:p>
          <a:p>
            <a:r>
              <a:rPr lang="en-US" dirty="0" smtClean="0"/>
              <a:t>After showing Jesus superior to Moses, he shows a warning from Moses’ day </a:t>
            </a:r>
          </a:p>
          <a:p>
            <a:r>
              <a:rPr lang="en-US" dirty="0" smtClean="0"/>
              <a:t>He called us the House of God, the church, the children</a:t>
            </a:r>
          </a:p>
          <a:p>
            <a:r>
              <a:rPr lang="en-US" dirty="0" smtClean="0"/>
              <a:t>We are fellow-citizens with the saints of “Old”. Eph 2:11-22</a:t>
            </a:r>
          </a:p>
          <a:p>
            <a:r>
              <a:rPr lang="en-US" dirty="0" smtClean="0"/>
              <a:t>But this is conditional to us “holding fast” </a:t>
            </a:r>
            <a:r>
              <a:rPr lang="en-US" dirty="0"/>
              <a:t>H</a:t>
            </a:r>
            <a:r>
              <a:rPr lang="en-US" dirty="0" smtClean="0"/>
              <a:t>eb 3:6</a:t>
            </a:r>
          </a:p>
        </p:txBody>
      </p:sp>
    </p:spTree>
    <p:extLst>
      <p:ext uri="{BB962C8B-B14F-4D97-AF65-F5344CB8AC3E}">
        <p14:creationId xmlns:p14="http://schemas.microsoft.com/office/powerpoint/2010/main" val="14222210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 dir="ou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Israel hardened Their Hearts (7-11)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Quotation from Psalm 95:7-11</a:t>
            </a:r>
          </a:p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They wondered the wilderness 40 years asking for more food, and saying “lets go back to Egypt.”</a:t>
            </a:r>
          </a:p>
          <a:p>
            <a:pPr lvl="1"/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Tempting God (Numbers 20:1-13)</a:t>
            </a:r>
          </a:p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adults could not go to (promise land of rest) because they did not trust in God to the end.</a:t>
            </a:r>
          </a:p>
          <a:p>
            <a:pPr lvl="1"/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Psalm 106:13-20</a:t>
            </a:r>
          </a:p>
        </p:txBody>
      </p:sp>
    </p:spTree>
    <p:extLst>
      <p:ext uri="{BB962C8B-B14F-4D97-AF65-F5344CB8AC3E}">
        <p14:creationId xmlns:p14="http://schemas.microsoft.com/office/powerpoint/2010/main" val="20132990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 dir="ou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Danger in Departing (12-14)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Beware!</a:t>
            </a:r>
          </a:p>
          <a:p>
            <a:pPr lvl="1"/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 aware of your hearts condition.</a:t>
            </a:r>
          </a:p>
          <a:p>
            <a:pPr lvl="1"/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glamour of sin will harden your hard to your condition. (1 Jn 2:17)</a:t>
            </a:r>
          </a:p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 Prepared!</a:t>
            </a:r>
          </a:p>
          <a:p>
            <a:pPr lvl="1"/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Exhorting one another DAILY! (Heb 10:24-25)</a:t>
            </a:r>
          </a:p>
          <a:p>
            <a:pPr lvl="1"/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Abiding in Christ (John 8 &amp; 25)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820380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 dir="ou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Back to the Wilderness (15-19)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Revisiting the plea again (Psa 95)</a:t>
            </a:r>
          </a:p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“who were those who heard and yet rebelled?”</a:t>
            </a:r>
          </a:p>
          <a:p>
            <a:pPr lvl="1"/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First the Jews in Moses day and the ages</a:t>
            </a:r>
          </a:p>
          <a:p>
            <a:pPr lvl="1"/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Second to the Jewish Christians of his day</a:t>
            </a:r>
          </a:p>
          <a:p>
            <a:pPr lvl="1"/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Third to any Christian in “the last days”</a:t>
            </a:r>
          </a:p>
          <a:p>
            <a:endPara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39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THEY ARE THE EXAMPLE OF WHAT NOT TO DO!</a:t>
            </a:r>
          </a:p>
        </p:txBody>
      </p:sp>
    </p:spTree>
    <p:extLst>
      <p:ext uri="{BB962C8B-B14F-4D97-AF65-F5344CB8AC3E}">
        <p14:creationId xmlns:p14="http://schemas.microsoft.com/office/powerpoint/2010/main" val="39314630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 dir="ou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3008313" cy="1162050"/>
          </a:xfrm>
        </p:spPr>
        <p:txBody>
          <a:bodyPr>
            <a:normAutofit/>
          </a:bodyPr>
          <a:lstStyle/>
          <a:p>
            <a:r>
              <a:rPr lang="en-US" sz="4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CLOSING</a:t>
            </a:r>
            <a:endParaRPr lang="en-US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600"/>
            <a:ext cx="5290008" cy="3962400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15000" y="304800"/>
            <a:ext cx="3008313" cy="6019800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 smtClean="0">
                <a:solidFill>
                  <a:srgbClr val="FF0000"/>
                </a:solidFill>
              </a:rPr>
              <a:t>HEAR</a:t>
            </a:r>
            <a:r>
              <a:rPr lang="en-US" sz="2800" dirty="0" smtClean="0"/>
              <a:t> the word of God and </a:t>
            </a:r>
            <a:r>
              <a:rPr lang="en-US" sz="2800" dirty="0" smtClean="0">
                <a:solidFill>
                  <a:srgbClr val="FF0000"/>
                </a:solidFill>
              </a:rPr>
              <a:t>BELIEVE</a:t>
            </a:r>
            <a:r>
              <a:rPr lang="en-US" sz="2800" dirty="0" smtClean="0"/>
              <a:t> that Jesus is the Messiah. </a:t>
            </a:r>
            <a:r>
              <a:rPr lang="en-US" sz="2800" dirty="0" smtClean="0">
                <a:solidFill>
                  <a:srgbClr val="FF0000"/>
                </a:solidFill>
              </a:rPr>
              <a:t>CONFESS</a:t>
            </a:r>
            <a:r>
              <a:rPr lang="en-US" sz="2800" dirty="0" smtClean="0"/>
              <a:t> that you will follow and serve Him as your Lord. </a:t>
            </a:r>
            <a:r>
              <a:rPr lang="en-US" sz="2800" dirty="0" smtClean="0">
                <a:solidFill>
                  <a:srgbClr val="FF0000"/>
                </a:solidFill>
              </a:rPr>
              <a:t>REPENT</a:t>
            </a:r>
            <a:r>
              <a:rPr lang="en-US" sz="2800" dirty="0" smtClean="0"/>
              <a:t> of the life of sin that He has set you free from and be </a:t>
            </a:r>
            <a:r>
              <a:rPr lang="en-US" sz="2800" dirty="0" smtClean="0">
                <a:solidFill>
                  <a:srgbClr val="FF0000"/>
                </a:solidFill>
              </a:rPr>
              <a:t>BAPTIZED</a:t>
            </a:r>
            <a:r>
              <a:rPr lang="en-US" sz="2800" dirty="0" smtClean="0"/>
              <a:t> into Christ entering His Kingdom.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55447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 dir="ou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2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322</Words>
  <Application>Microsoft Office PowerPoint</Application>
  <PresentationFormat>On-screen Show (4:3)</PresentationFormat>
  <Paragraphs>37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WARNING FROM THE WILDERNESS</vt:lpstr>
      <vt:lpstr>Jesus Is Superior to…</vt:lpstr>
      <vt:lpstr>Introduction</vt:lpstr>
      <vt:lpstr>Israel hardened Their Hearts (7-11)</vt:lpstr>
      <vt:lpstr>Danger in Departing (12-14)</vt:lpstr>
      <vt:lpstr>Back to the Wilderness (15-19)</vt:lpstr>
      <vt:lpstr>CLOSING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WARNING FROM THE WILDERNESS</dc:title>
  <dc:creator>DEREK</dc:creator>
  <cp:lastModifiedBy>DEREK</cp:lastModifiedBy>
  <cp:revision>5</cp:revision>
  <dcterms:created xsi:type="dcterms:W3CDTF">2014-02-24T20:43:39Z</dcterms:created>
  <dcterms:modified xsi:type="dcterms:W3CDTF">2014-02-24T22:35:07Z</dcterms:modified>
</cp:coreProperties>
</file>