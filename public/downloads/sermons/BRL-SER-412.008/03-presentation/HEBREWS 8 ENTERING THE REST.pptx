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3" r:id="rId6"/>
    <p:sldId id="259" r:id="rId7"/>
    <p:sldId id="261" r:id="rId8"/>
    <p:sldId id="262" r:id="rId9"/>
    <p:sldId id="264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4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5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80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2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24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2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1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4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47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5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F763-8224-4EE9-AC1C-B434BE01BA38}" type="datetimeFigureOut">
              <a:rPr lang="en-US" smtClean="0"/>
              <a:t>2/25/2014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570C4-3C5C-4A09-97A2-D887887979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76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8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ENTERING THE REST</a:t>
            </a:r>
            <a:endParaRPr lang="en-US" sz="8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00600"/>
            <a:ext cx="6400800" cy="838200"/>
          </a:xfrm>
        </p:spPr>
        <p:txBody>
          <a:bodyPr>
            <a:noAutofit/>
          </a:bodyPr>
          <a:lstStyle/>
          <a:p>
            <a:r>
              <a:rPr lang="en-US" sz="6600" dirty="0" smtClean="0">
                <a:solidFill>
                  <a:schemeClr val="bg2"/>
                </a:solidFill>
              </a:rPr>
              <a:t>HEB 4:1-11</a:t>
            </a:r>
            <a:endParaRPr lang="en-US" sz="6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4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BY CHAPTER</a:t>
            </a:r>
            <a:endParaRPr lang="en-US" sz="6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one showed the Deity of Christ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two showed the humanity of Christ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three showed the authority of Christ’s law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four will show rest that is in Christ 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126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en-US" sz="6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Following the comparison of Christ to Moses, he connects the “rest” of the “promise land.”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of disobedience in the wilderness they were not allowed to the “rest”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we are disobedient in our time, we will not enter the “final rest”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682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733800"/>
            <a:ext cx="7772400" cy="1362075"/>
          </a:xfrm>
        </p:spPr>
        <p:txBody>
          <a:bodyPr>
            <a:noAutofit/>
          </a:bodyPr>
          <a:lstStyle/>
          <a:p>
            <a:r>
              <a:rPr lang="en-US" sz="7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“rest” do we get?</a:t>
            </a:r>
            <a:endParaRPr lang="en-US" sz="7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062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IS IT THE “CANAAN REST” </a:t>
            </a:r>
            <a:br>
              <a:rPr 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Israelites only </a:t>
            </a:r>
          </a:p>
          <a:p>
            <a:pPr lvl="2"/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Duet 3:20; 12:9-10</a:t>
            </a:r>
          </a:p>
          <a:p>
            <a:pPr lvl="2"/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Josh 1:13-15</a:t>
            </a:r>
            <a:endParaRPr 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David spoke of this rest</a:t>
            </a:r>
          </a:p>
          <a:p>
            <a:pPr lvl="2"/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Psalm 95:7-11</a:t>
            </a:r>
          </a:p>
          <a:p>
            <a:pPr lvl="2"/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Warns them in his day</a:t>
            </a:r>
          </a:p>
        </p:txBody>
      </p:sp>
    </p:spTree>
    <p:extLst>
      <p:ext uri="{BB962C8B-B14F-4D97-AF65-F5344CB8AC3E}">
        <p14:creationId xmlns:p14="http://schemas.microsoft.com/office/powerpoint/2010/main" val="38347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IT THE “SABBATH REST”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81600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God’s rest on the 7</a:t>
            </a:r>
            <a:r>
              <a:rPr lang="en-US" sz="4400" baseline="30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</a:t>
            </a:r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day was its example (</a:t>
            </a:r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 2:2)</a:t>
            </a:r>
          </a:p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the Israelites only</a:t>
            </a:r>
          </a:p>
          <a:p>
            <a:pPr lvl="1"/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20:8-11; Deut 5:12-15</a:t>
            </a:r>
          </a:p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their “Fathers” </a:t>
            </a:r>
          </a:p>
          <a:p>
            <a:pPr lvl="1"/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(Duet 5:2-22)</a:t>
            </a:r>
          </a:p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for us</a:t>
            </a:r>
          </a:p>
          <a:p>
            <a:pPr lvl="1"/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Eph 2:14-15; Col 2:14; 2 Cor 3:5-8</a:t>
            </a:r>
          </a:p>
        </p:txBody>
      </p:sp>
    </p:spTree>
    <p:extLst>
      <p:ext uri="{BB962C8B-B14F-4D97-AF65-F5344CB8AC3E}">
        <p14:creationId xmlns:p14="http://schemas.microsoft.com/office/powerpoint/2010/main" val="161356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“God’s Rest”</a:t>
            </a:r>
            <a:br>
              <a:rPr lang="en-US" sz="53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REPEATED REFERENCE TO </a:t>
            </a:r>
            <a:endParaRPr 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“My rest”</a:t>
            </a:r>
          </a:p>
          <a:p>
            <a:pPr lvl="1"/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(Heb 3:11; 4:3,5)</a:t>
            </a:r>
          </a:p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“His rest”</a:t>
            </a:r>
          </a:p>
          <a:p>
            <a:pPr lvl="1"/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(Heb 3:18; 4:1)</a:t>
            </a:r>
          </a:p>
          <a:p>
            <a:r>
              <a:rPr 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Those that fell in the wilderness did not enter, but we have a promise of entering</a:t>
            </a:r>
          </a:p>
        </p:txBody>
      </p:sp>
    </p:spTree>
    <p:extLst>
      <p:ext uri="{BB962C8B-B14F-4D97-AF65-F5344CB8AC3E}">
        <p14:creationId xmlns:p14="http://schemas.microsoft.com/office/powerpoint/2010/main" val="153512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FF0000"/>
                </a:solidFill>
              </a:rPr>
              <a:t>GOD’S REST</a:t>
            </a:r>
            <a:endParaRPr lang="en-US" sz="6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God entered this rest after finishing His work Heb 4:4, 10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Joshua and Moses did not provide this rest</a:t>
            </a:r>
          </a:p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is the “heavenly rest” of the Book of Revelation 14:13</a:t>
            </a:r>
          </a:p>
        </p:txBody>
      </p:sp>
    </p:spTree>
    <p:extLst>
      <p:ext uri="{BB962C8B-B14F-4D97-AF65-F5344CB8AC3E}">
        <p14:creationId xmlns:p14="http://schemas.microsoft.com/office/powerpoint/2010/main" val="155964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DO WE ENTER “GOD’S REST”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05400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Word of God</a:t>
            </a:r>
          </a:p>
          <a:p>
            <a:pPr lvl="1"/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and the Israelites received the Word of God</a:t>
            </a:r>
          </a:p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Faith </a:t>
            </a:r>
          </a:p>
          <a:p>
            <a:pPr lvl="1"/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have to have Faith in that Word and accept it</a:t>
            </a:r>
          </a:p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Fear</a:t>
            </a:r>
          </a:p>
          <a:p>
            <a:pPr lvl="1"/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must fear not entering that rest</a:t>
            </a:r>
          </a:p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Diligence </a:t>
            </a:r>
          </a:p>
          <a:p>
            <a:pPr lvl="1"/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diligence in making you calling sure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Hear the Word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has the power to save men’s souls</a:t>
            </a:r>
          </a:p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Believe in Jesus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the Messiah that sacrificed Himself </a:t>
            </a:r>
          </a:p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Confess Jesus 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your Lord and Master</a:t>
            </a:r>
          </a:p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Repent of your sin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will keep you from the heavenly rest</a:t>
            </a:r>
          </a:p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Baptized in Jesus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Immersed in water and raised a new as Christ did</a:t>
            </a:r>
          </a:p>
        </p:txBody>
      </p:sp>
    </p:spTree>
    <p:extLst>
      <p:ext uri="{BB962C8B-B14F-4D97-AF65-F5344CB8AC3E}">
        <p14:creationId xmlns:p14="http://schemas.microsoft.com/office/powerpoint/2010/main" val="153303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365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ENTERING THE REST</vt:lpstr>
      <vt:lpstr>CHAPTER BY CHAPTER</vt:lpstr>
      <vt:lpstr>INTRODUCTION</vt:lpstr>
      <vt:lpstr>What “rest” do we get?</vt:lpstr>
      <vt:lpstr>IS IT THE “CANAAN REST”  </vt:lpstr>
      <vt:lpstr>IS IT THE “SABBATH REST” </vt:lpstr>
      <vt:lpstr>It is “God’s Rest” </vt:lpstr>
      <vt:lpstr>GOD’S REST</vt:lpstr>
      <vt:lpstr>HOW DO WE ENTER “GOD’S REST”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ENTERING THE REST</dc:title>
  <dc:creator>DEREK</dc:creator>
  <cp:lastModifiedBy>DEREK</cp:lastModifiedBy>
  <cp:revision>10</cp:revision>
  <dcterms:created xsi:type="dcterms:W3CDTF">2014-02-25T13:21:11Z</dcterms:created>
  <dcterms:modified xsi:type="dcterms:W3CDTF">2014-02-25T15:24:08Z</dcterms:modified>
</cp:coreProperties>
</file>