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07" autoAdjust="0"/>
    <p:restoredTop sz="94660"/>
  </p:normalViewPr>
  <p:slideViewPr>
    <p:cSldViewPr snapToGrid="0">
      <p:cViewPr varScale="1">
        <p:scale>
          <a:sx n="48" d="100"/>
          <a:sy n="48" d="100"/>
        </p:scale>
        <p:origin x="61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83C2-9647-42AD-A750-FC70DFC2ECB2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EEB-2D90-40BD-8C1A-576CFAFE1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39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83C2-9647-42AD-A750-FC70DFC2ECB2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EEB-2D90-40BD-8C1A-576CFAFE1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83C2-9647-42AD-A750-FC70DFC2ECB2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EEB-2D90-40BD-8C1A-576CFAFE1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61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83C2-9647-42AD-A750-FC70DFC2ECB2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EEB-2D90-40BD-8C1A-576CFAFE1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62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83C2-9647-42AD-A750-FC70DFC2ECB2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EEB-2D90-40BD-8C1A-576CFAFE1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8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83C2-9647-42AD-A750-FC70DFC2ECB2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EEB-2D90-40BD-8C1A-576CFAFE1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62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83C2-9647-42AD-A750-FC70DFC2ECB2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EEB-2D90-40BD-8C1A-576CFAFE1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7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83C2-9647-42AD-A750-FC70DFC2ECB2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EEB-2D90-40BD-8C1A-576CFAFE1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05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83C2-9647-42AD-A750-FC70DFC2ECB2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EEB-2D90-40BD-8C1A-576CFAFE1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3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83C2-9647-42AD-A750-FC70DFC2ECB2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EEB-2D90-40BD-8C1A-576CFAFE1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80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83C2-9647-42AD-A750-FC70DFC2ECB2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EEB-2D90-40BD-8C1A-576CFAFE1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65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B83C2-9647-42AD-A750-FC70DFC2ECB2}" type="datetimeFigureOut">
              <a:rPr lang="en-US" smtClean="0"/>
              <a:t>12/20/2013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FEEEB-2D90-40BD-8C1A-576CFAFE1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9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1053" y="0"/>
            <a:ext cx="12593053" cy="708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9358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65"/>
            <a:ext cx="12192000" cy="6865603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17529" y="352018"/>
            <a:ext cx="2713538" cy="1967849"/>
            <a:chOff x="2306750" y="720986"/>
            <a:chExt cx="2539024" cy="2335944"/>
          </a:xfrm>
        </p:grpSpPr>
        <p:sp>
          <p:nvSpPr>
            <p:cNvPr id="4" name="Rectangle 3"/>
            <p:cNvSpPr/>
            <p:nvPr/>
          </p:nvSpPr>
          <p:spPr>
            <a:xfrm>
              <a:off x="2373174" y="720986"/>
              <a:ext cx="247260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dirty="0" smtClean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SITTING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306750" y="1406473"/>
              <a:ext cx="677108" cy="1089401"/>
            </a:xfrm>
            <a:prstGeom prst="rect">
              <a:avLst/>
            </a:prstGeom>
            <a:noFill/>
          </p:spPr>
          <p:txBody>
            <a:bodyPr vert="vert270"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AT</a:t>
              </a:r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</a:t>
              </a:r>
              <a:r>
                <a:rPr lang="en-US" sz="2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THE</a:t>
              </a:r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</a:t>
              </a:r>
              <a:endParaRPr lang="en-US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77300" y="1387480"/>
              <a:ext cx="1669047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FEET</a:t>
              </a:r>
              <a:endParaRPr lang="en-US" sz="6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306750" y="2133600"/>
              <a:ext cx="253274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OF</a:t>
              </a:r>
              <a:r>
                <a:rPr lang="en-US" sz="5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JESUS</a:t>
              </a:r>
              <a:endPara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278213" y="3085246"/>
            <a:ext cx="11635573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LET YOUR HOUSE BE A MEETING PLACE FOR RABBIS, AND COVER YOURSELF IN THE DUST OF THEIR FEET, AND DRINK IN THEIR WORDS THIRSTLIY.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5123" y="556847"/>
            <a:ext cx="41764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Luke 10:38-41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913291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5693"/>
            <a:ext cx="12192000" cy="686560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19553" y="402818"/>
            <a:ext cx="6952895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6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Sitting at the Feet </a:t>
            </a:r>
            <a:endParaRPr lang="en-US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7867" y="2967335"/>
            <a:ext cx="1175173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Idiom </a:t>
            </a:r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describing</a:t>
            </a:r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the relationship between Rabbi and student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417509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5693"/>
            <a:ext cx="12192000" cy="6865603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17529" y="352018"/>
            <a:ext cx="2539024" cy="2335944"/>
            <a:chOff x="2306750" y="720986"/>
            <a:chExt cx="2539024" cy="2335944"/>
          </a:xfrm>
        </p:grpSpPr>
        <p:sp>
          <p:nvSpPr>
            <p:cNvPr id="4" name="Rectangle 3"/>
            <p:cNvSpPr/>
            <p:nvPr/>
          </p:nvSpPr>
          <p:spPr>
            <a:xfrm>
              <a:off x="2373174" y="720986"/>
              <a:ext cx="247260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dirty="0" smtClean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SITTING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306750" y="1406473"/>
              <a:ext cx="677108" cy="1089401"/>
            </a:xfrm>
            <a:prstGeom prst="rect">
              <a:avLst/>
            </a:prstGeom>
            <a:noFill/>
          </p:spPr>
          <p:txBody>
            <a:bodyPr vert="vert270"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AT</a:t>
              </a:r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</a:t>
              </a:r>
              <a:r>
                <a:rPr lang="en-US" sz="2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THE</a:t>
              </a:r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</a:t>
              </a:r>
              <a:endParaRPr lang="en-US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77300" y="1387480"/>
              <a:ext cx="1669047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FEET</a:t>
              </a:r>
              <a:endParaRPr lang="en-US" sz="6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306750" y="2133600"/>
              <a:ext cx="253274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OF</a:t>
              </a:r>
              <a:r>
                <a:rPr lang="en-US" sz="5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JESUS</a:t>
              </a:r>
              <a:endPara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8108779" y="441193"/>
            <a:ext cx="2442977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Mary</a:t>
            </a:r>
            <a:endParaRPr lang="en-US" sz="8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986" y="2967335"/>
            <a:ext cx="12120048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Allowed to study scripture and more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Able to earn the equivalent of a degree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Household duties were required first</a:t>
            </a:r>
          </a:p>
          <a:p>
            <a:pPr algn="ctr"/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08779" y="1913467"/>
            <a:ext cx="2442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Luke 10:38-42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759754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2000" cy="6865603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17529" y="352018"/>
            <a:ext cx="2539024" cy="2335944"/>
            <a:chOff x="2306750" y="720986"/>
            <a:chExt cx="2539024" cy="2335944"/>
          </a:xfrm>
        </p:grpSpPr>
        <p:sp>
          <p:nvSpPr>
            <p:cNvPr id="4" name="Rectangle 3"/>
            <p:cNvSpPr/>
            <p:nvPr/>
          </p:nvSpPr>
          <p:spPr>
            <a:xfrm>
              <a:off x="2373174" y="720986"/>
              <a:ext cx="247260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dirty="0" smtClean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SITTING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306750" y="1406473"/>
              <a:ext cx="677108" cy="1089401"/>
            </a:xfrm>
            <a:prstGeom prst="rect">
              <a:avLst/>
            </a:prstGeom>
            <a:noFill/>
          </p:spPr>
          <p:txBody>
            <a:bodyPr vert="vert270"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AT</a:t>
              </a:r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</a:t>
              </a:r>
              <a:r>
                <a:rPr lang="en-US" sz="2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THE</a:t>
              </a:r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</a:t>
              </a:r>
              <a:endParaRPr lang="en-US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77300" y="1387480"/>
              <a:ext cx="1669047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FEET</a:t>
              </a:r>
              <a:endParaRPr lang="en-US" sz="6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306750" y="2133600"/>
              <a:ext cx="253274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OF</a:t>
              </a:r>
              <a:r>
                <a:rPr lang="en-US" sz="5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JESUS</a:t>
              </a:r>
              <a:endPara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7971387" y="326014"/>
            <a:ext cx="319189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Scribes</a:t>
            </a:r>
            <a:endParaRPr lang="en-US" sz="9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8849" y="3864802"/>
            <a:ext cx="11054308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Had front row seat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Job was investigate any new Rabbis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8137" y="1895674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Mark 2:1-12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7050209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5693"/>
            <a:ext cx="12192000" cy="6865603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17529" y="352018"/>
            <a:ext cx="2539024" cy="2335944"/>
            <a:chOff x="2306750" y="720986"/>
            <a:chExt cx="2539024" cy="2335944"/>
          </a:xfrm>
        </p:grpSpPr>
        <p:sp>
          <p:nvSpPr>
            <p:cNvPr id="4" name="Rectangle 3"/>
            <p:cNvSpPr/>
            <p:nvPr/>
          </p:nvSpPr>
          <p:spPr>
            <a:xfrm>
              <a:off x="2373174" y="720986"/>
              <a:ext cx="247260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dirty="0" smtClean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SITTING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306750" y="1406473"/>
              <a:ext cx="677108" cy="1089401"/>
            </a:xfrm>
            <a:prstGeom prst="rect">
              <a:avLst/>
            </a:prstGeom>
            <a:noFill/>
          </p:spPr>
          <p:txBody>
            <a:bodyPr vert="vert270"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AT</a:t>
              </a:r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</a:t>
              </a:r>
              <a:r>
                <a:rPr lang="en-US" sz="2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THE</a:t>
              </a:r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</a:t>
              </a:r>
              <a:endParaRPr lang="en-US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77300" y="1387480"/>
              <a:ext cx="1669047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FEET</a:t>
              </a:r>
              <a:endParaRPr lang="en-US" sz="6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306750" y="2133600"/>
              <a:ext cx="253274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OF</a:t>
              </a:r>
              <a:r>
                <a:rPr lang="en-US" sz="5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JESUS</a:t>
              </a:r>
              <a:endPara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7059124" y="658875"/>
            <a:ext cx="389882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Disciples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89336" y="2062276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Matthew 5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383953" y="3749618"/>
            <a:ext cx="10788018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Rabbi sets at an elevated spot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Accommodation for larger crowds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“At His feet” meant most devoted</a:t>
            </a:r>
            <a:endParaRPr lang="en-US" sz="5400" b="1" cap="none" spc="0" dirty="0" smtClean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marL="685800" indent="-685800" algn="ctr">
              <a:buFont typeface="Arial" panose="020B0604020202020204" pitchFamily="34" charset="0"/>
              <a:buChar char="•"/>
            </a:pP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823167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5693"/>
            <a:ext cx="12192000" cy="6865603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17529" y="352018"/>
            <a:ext cx="2539024" cy="2335944"/>
            <a:chOff x="2306750" y="720986"/>
            <a:chExt cx="2539024" cy="2335944"/>
          </a:xfrm>
        </p:grpSpPr>
        <p:sp>
          <p:nvSpPr>
            <p:cNvPr id="4" name="Rectangle 3"/>
            <p:cNvSpPr/>
            <p:nvPr/>
          </p:nvSpPr>
          <p:spPr>
            <a:xfrm>
              <a:off x="2373174" y="720986"/>
              <a:ext cx="247260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dirty="0" smtClean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SITTING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306750" y="1406473"/>
              <a:ext cx="677108" cy="1089401"/>
            </a:xfrm>
            <a:prstGeom prst="rect">
              <a:avLst/>
            </a:prstGeom>
            <a:noFill/>
          </p:spPr>
          <p:txBody>
            <a:bodyPr vert="vert270"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AT</a:t>
              </a:r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</a:t>
              </a:r>
              <a:r>
                <a:rPr lang="en-US" sz="2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THE</a:t>
              </a:r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</a:t>
              </a:r>
              <a:endParaRPr lang="en-US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77300" y="1387480"/>
              <a:ext cx="1669047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FEET</a:t>
              </a:r>
              <a:endParaRPr lang="en-US" sz="6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306750" y="2133600"/>
              <a:ext cx="253274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OF</a:t>
              </a:r>
              <a:r>
                <a:rPr lang="en-US" sz="54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JESUS</a:t>
              </a:r>
              <a:endPara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6597458" y="658875"/>
            <a:ext cx="482215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</a:t>
            </a:r>
            <a:r>
              <a:rPr lang="en-US" sz="8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onclusion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7529" y="3838422"/>
            <a:ext cx="11874471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Mary was anxious to learn.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scribes couldn’t miss a word.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disciples learned for three years.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748659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95000"/>
                <a:alpha val="70000"/>
              </a:scheme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3">
                  <a:lumMod val="21000"/>
                  <a:lumOff val="79000"/>
                  <a:alpha val="7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630534"/>
            <a:ext cx="12192000" cy="59093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Jesus invites you to sit at His feet and learn His ways.</a:t>
            </a:r>
          </a:p>
          <a:p>
            <a:pPr algn="ctr"/>
            <a:endParaRPr lang="en-US" sz="5400" b="1" cap="none" spc="0" dirty="0" smtClean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He wants you to be cleansed and holy.</a:t>
            </a:r>
          </a:p>
          <a:p>
            <a:pPr algn="ctr"/>
            <a:endParaRPr lang="en-US" sz="5400" b="1" dirty="0" smtClean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He can give you the best life any man has ever known.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821080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184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derek dodd</dc:creator>
  <cp:lastModifiedBy>derek dodd</cp:lastModifiedBy>
  <cp:revision>9</cp:revision>
  <dcterms:created xsi:type="dcterms:W3CDTF">2013-12-18T18:00:21Z</dcterms:created>
  <dcterms:modified xsi:type="dcterms:W3CDTF">2013-12-20T23:59:10Z</dcterms:modified>
</cp:coreProperties>
</file>