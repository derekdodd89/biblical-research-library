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B3F86-568B-4DB9-B161-C9E608E13784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2648-80E3-4CEE-A6E4-30020522D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738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B3F86-568B-4DB9-B161-C9E608E13784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2648-80E3-4CEE-A6E4-30020522D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B3F86-568B-4DB9-B161-C9E608E13784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2648-80E3-4CEE-A6E4-30020522D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79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B3F86-568B-4DB9-B161-C9E608E13784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2648-80E3-4CEE-A6E4-30020522D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97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B3F86-568B-4DB9-B161-C9E608E13784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2648-80E3-4CEE-A6E4-30020522D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377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B3F86-568B-4DB9-B161-C9E608E13784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2648-80E3-4CEE-A6E4-30020522D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49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B3F86-568B-4DB9-B161-C9E608E13784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2648-80E3-4CEE-A6E4-30020522D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83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B3F86-568B-4DB9-B161-C9E608E13784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2648-80E3-4CEE-A6E4-30020522D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B3F86-568B-4DB9-B161-C9E608E13784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2648-80E3-4CEE-A6E4-30020522D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862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B3F86-568B-4DB9-B161-C9E608E13784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2648-80E3-4CEE-A6E4-30020522D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41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B3F86-568B-4DB9-B161-C9E608E13784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2648-80E3-4CEE-A6E4-30020522D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2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AB3F86-568B-4DB9-B161-C9E608E13784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52648-80E3-4CEE-A6E4-30020522D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83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603220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42"/>
            <a:ext cx="12191999" cy="684195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0813" y="480809"/>
            <a:ext cx="118903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Rabbinic Style Of Teaching And Rebuking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2" y="3074737"/>
            <a:ext cx="1219200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To quote a part of scripture, leaving the ending for the audience to know.</a:t>
            </a:r>
            <a:endParaRPr lang="en-US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0617450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42"/>
            <a:ext cx="12191999" cy="684195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0813" y="480809"/>
            <a:ext cx="118903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Rabbinic Style Of Teaching And Rebuking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3469" y="2555795"/>
            <a:ext cx="12192000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Jesus speaking in Matt 21:16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“From the lips of children and infants you have ordained praise”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4759245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62000"/>
                </a:schemeClr>
              </a:gs>
              <a:gs pos="83000">
                <a:schemeClr val="accent1">
                  <a:lumMod val="45000"/>
                  <a:lumOff val="55000"/>
                  <a:alpha val="33000"/>
                </a:schemeClr>
              </a:gs>
            </a:gsLst>
            <a:path path="shape">
              <a:fillToRect l="50000" t="50000" r="50000" b="50000"/>
            </a:path>
            <a:tileRect/>
          </a:gradFill>
          <a:effectLst>
            <a:outerShdw blurRad="50800" dist="50800" dir="5400000" algn="ctr" rotWithShape="0">
              <a:schemeClr val="bg1">
                <a:lumMod val="75000"/>
                <a:alpha val="8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123944" y="0"/>
            <a:ext cx="254268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JOHN</a:t>
            </a:r>
            <a:endParaRPr lang="en-US" sz="8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73262" y="861774"/>
            <a:ext cx="26933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10:14-15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9829" y="3028890"/>
            <a:ext cx="12042170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SHEPHERD KNOWS HIS SHEEP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JESUS SAYS “I AM” THE GOOD SHEPHERD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SHEPHERD OF PSALM 23</a:t>
            </a:r>
            <a:endParaRPr lang="en-US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6696112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03"/>
            <a:ext cx="12192000" cy="686330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460297" y="0"/>
            <a:ext cx="2297232" cy="923330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DANIEL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415220" y="923330"/>
            <a:ext cx="23423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7:13-14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1519" y="2967335"/>
            <a:ext cx="11008976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SON OF MAN</a:t>
            </a:r>
          </a:p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80 PLUS TIMES IN THE GOSPELS</a:t>
            </a:r>
          </a:p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HUMANITY OF GOD ON EARTH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7515356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5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7391" y="366712"/>
            <a:ext cx="3632449" cy="274545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44" y="4475747"/>
            <a:ext cx="3786595" cy="21275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93104"/>
            <a:ext cx="792739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JESUS TAUGHT BY QUOTING O.T. SCRIPTURE</a:t>
            </a:r>
            <a:endParaRPr lang="en-US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6141" y="2294203"/>
            <a:ext cx="7333191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JESUS SAID HE WAS THE GOOD SHEHERD </a:t>
            </a:r>
            <a:endParaRPr lang="en-US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48078" y="3712849"/>
            <a:ext cx="723912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JESUS SAID HE WAS THE SON OF MAN</a:t>
            </a:r>
            <a:endParaRPr lang="en-US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57980" y="5539539"/>
            <a:ext cx="741931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JESUS SAID HE IS GOD!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89736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9602"/>
            <a:ext cx="11938525" cy="507831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HEAR GOD’S WORD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BELIEVE IN JESUS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CONFESS HIM AS YOUR SAVIOR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REPENT OR YOUR SINS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BE BAPTIZED IN CHRIST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b="1" cap="none" spc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LIVE YOUR LIFE FOR AND WITH CHRIST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693252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139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derek dodd</dc:creator>
  <cp:lastModifiedBy>derek dodd</cp:lastModifiedBy>
  <cp:revision>6</cp:revision>
  <dcterms:created xsi:type="dcterms:W3CDTF">2013-12-19T04:16:37Z</dcterms:created>
  <dcterms:modified xsi:type="dcterms:W3CDTF">2013-12-20T23:58:02Z</dcterms:modified>
</cp:coreProperties>
</file>