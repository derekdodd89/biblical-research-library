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4" r:id="rId7"/>
    <p:sldId id="266" r:id="rId8"/>
    <p:sldId id="267" r:id="rId9"/>
    <p:sldId id="265" r:id="rId10"/>
    <p:sldId id="269" r:id="rId11"/>
    <p:sldId id="25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99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30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1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8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9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4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08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7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9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8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54A2C-BE26-4902-8F15-0DC02D9E63AC}" type="datetimeFigureOut">
              <a:rPr lang="en-US" smtClean="0"/>
              <a:t>1/5/2014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910DF-976D-4A1A-B787-F170FF019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5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822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985201"/>
            <a:ext cx="11717867" cy="31393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“In that night they were redeemed, and in that night they will be redeemed.”</a:t>
            </a:r>
            <a:endParaRPr lang="en-US" sz="6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472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8666" y="2188401"/>
            <a:ext cx="11667067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On the Last Supper Night, the 3 Disciples slept. Jesus prayed in the Garden, but why did they sleep?</a:t>
            </a:r>
            <a:endParaRPr lang="en-US" sz="60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2560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856"/>
            <a:ext cx="12192000" cy="588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1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5643"/>
            <a:ext cx="12192000" cy="555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96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7163"/>
            <a:ext cx="9144000" cy="960437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PREPARATIONS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86970"/>
            <a:ext cx="9144000" cy="466142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400" dirty="0" smtClean="0">
                <a:solidFill>
                  <a:schemeClr val="bg1"/>
                </a:solidFill>
              </a:rPr>
              <a:t>The first Passover (Exodus 12)</a:t>
            </a:r>
            <a:endParaRPr lang="en-US" sz="4400" dirty="0">
              <a:solidFill>
                <a:schemeClr val="bg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400" dirty="0" smtClean="0">
                <a:solidFill>
                  <a:schemeClr val="bg1"/>
                </a:solidFill>
              </a:rPr>
              <a:t>First century Passover Feast, required everyone to travel to Jerusalem.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400" dirty="0" smtClean="0">
                <a:solidFill>
                  <a:schemeClr val="bg1"/>
                </a:solidFill>
              </a:rPr>
              <a:t>Huge meals, with 4 cups of wine.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400" dirty="0" smtClean="0">
                <a:solidFill>
                  <a:schemeClr val="bg1"/>
                </a:solidFill>
              </a:rPr>
              <a:t>Many days of travel, then many days of meal preparations, to end with a late evening of eating.</a:t>
            </a:r>
          </a:p>
        </p:txBody>
      </p:sp>
    </p:spTree>
    <p:extLst>
      <p:ext uri="{BB962C8B-B14F-4D97-AF65-F5344CB8AC3E}">
        <p14:creationId xmlns:p14="http://schemas.microsoft.com/office/powerpoint/2010/main" val="3310673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PASSOVER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Remembrance of the First Passover, by readings, songs, dinner, and prayer.</a:t>
            </a:r>
          </a:p>
          <a:p>
            <a:r>
              <a:rPr lang="en-US" sz="4000" dirty="0" smtClean="0">
                <a:solidFill>
                  <a:schemeClr val="bg1"/>
                </a:solidFill>
              </a:rPr>
              <a:t>Jesus observed His feast with His Disciples in the Upper Room, and then took them to the Garden.</a:t>
            </a:r>
          </a:p>
          <a:p>
            <a:r>
              <a:rPr lang="en-US" sz="4000" dirty="0" smtClean="0">
                <a:solidFill>
                  <a:schemeClr val="bg1"/>
                </a:solidFill>
              </a:rPr>
              <a:t>Where were all the other Disciples who cheered Him into town?</a:t>
            </a:r>
          </a:p>
          <a:p>
            <a:r>
              <a:rPr lang="en-US" sz="4000" dirty="0" smtClean="0">
                <a:solidFill>
                  <a:schemeClr val="bg1"/>
                </a:solidFill>
              </a:rPr>
              <a:t>Messianic prophecies were read and thought to occur during the Passover.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01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UNLEAVENED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The Passover began on the same day as the Feast of Unleavened Bread.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This gives us an understanding of the type of Bread Jesus used to institute the Lord’s Supper.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All leaven was put away during this week, Leaven represent evil, infection, and fermentation.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Jewish Scholar David </a:t>
            </a:r>
            <a:r>
              <a:rPr lang="en-US" sz="3600" dirty="0" err="1" smtClean="0">
                <a:solidFill>
                  <a:schemeClr val="bg1"/>
                </a:solidFill>
              </a:rPr>
              <a:t>Daube’s</a:t>
            </a:r>
            <a:r>
              <a:rPr lang="en-US" sz="3600" dirty="0" smtClean="0">
                <a:solidFill>
                  <a:schemeClr val="bg1"/>
                </a:solidFill>
              </a:rPr>
              <a:t> belief of the piece that was separated.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222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FEAST OF FIRST FRUITS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Three days later. 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Celebrates the Harvest of the spring time.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Read Ezekiel 37:5 , the valley of the dry bones being raised.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Messianic of the dead (Christ) being raised.</a:t>
            </a:r>
          </a:p>
          <a:p>
            <a:r>
              <a:rPr lang="en-US" sz="4400" dirty="0" smtClean="0">
                <a:solidFill>
                  <a:schemeClr val="bg1"/>
                </a:solidFill>
              </a:rPr>
              <a:t>1 Corinthians 15:20-23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36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856"/>
            <a:ext cx="12192000" cy="588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46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8742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CLOSING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The Night in the Garden, the Disciples slept because of the huge meals.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Jesus was taken and tried in the night, and crucified in the morning, while every one slept.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Jesus was the Passover Lamb that was sacrificed for our sins, the Unleavened Bread that sustains us, and the First Fruit from the Dead,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“</a:t>
            </a:r>
            <a:r>
              <a:rPr lang="en-US" sz="3600" i="1" dirty="0" smtClean="0">
                <a:solidFill>
                  <a:schemeClr val="bg1"/>
                </a:solidFill>
              </a:rPr>
              <a:t>Of his own will he brought us fourth by the word of truth, that we should be a kind of </a:t>
            </a:r>
            <a:r>
              <a:rPr lang="en-US" sz="3600" i="1" dirty="0" err="1" smtClean="0">
                <a:solidFill>
                  <a:schemeClr val="bg1"/>
                </a:solidFill>
              </a:rPr>
              <a:t>firstfruits</a:t>
            </a:r>
            <a:r>
              <a:rPr lang="en-US" sz="3600" i="1" dirty="0" smtClean="0">
                <a:solidFill>
                  <a:schemeClr val="bg1"/>
                </a:solidFill>
              </a:rPr>
              <a:t> of his creation.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136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6496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346</Words>
  <Application>Microsoft Office PowerPoint</Application>
  <PresentationFormat>Widescreen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PREPARATIONS</vt:lpstr>
      <vt:lpstr>PASSOVER</vt:lpstr>
      <vt:lpstr>UNLEAVENED</vt:lpstr>
      <vt:lpstr>FEAST OF FIRST FRUITS</vt:lpstr>
      <vt:lpstr>PowerPoint Presentation</vt:lpstr>
      <vt:lpstr>CLOSING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derek dodd</dc:creator>
  <cp:lastModifiedBy>derek dodd</cp:lastModifiedBy>
  <cp:revision>7</cp:revision>
  <dcterms:created xsi:type="dcterms:W3CDTF">2013-12-22T23:16:06Z</dcterms:created>
  <dcterms:modified xsi:type="dcterms:W3CDTF">2014-01-05T12:30:00Z</dcterms:modified>
</cp:coreProperties>
</file>