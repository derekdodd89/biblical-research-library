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71" r:id="rId4"/>
    <p:sldId id="272" r:id="rId5"/>
    <p:sldId id="273" r:id="rId6"/>
    <p:sldId id="274" r:id="rId7"/>
    <p:sldId id="275" r:id="rId8"/>
    <p:sldId id="270" r:id="rId9"/>
    <p:sldId id="256" r:id="rId10"/>
    <p:sldId id="264" r:id="rId11"/>
    <p:sldId id="265" r:id="rId12"/>
    <p:sldId id="266" r:id="rId13"/>
    <p:sldId id="267" r:id="rId14"/>
    <p:sldId id="268" r:id="rId15"/>
    <p:sldId id="261"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84" autoAdjust="0"/>
    <p:restoredTop sz="94660"/>
  </p:normalViewPr>
  <p:slideViewPr>
    <p:cSldViewPr snapToGrid="0">
      <p:cViewPr varScale="1">
        <p:scale>
          <a:sx n="69" d="100"/>
          <a:sy n="69" d="100"/>
        </p:scale>
        <p:origin x="78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ek dodd" userId="ec95a1bfe21f4366" providerId="LiveId" clId="{85531B5B-3466-4C98-8112-45FF43968840}"/>
    <pc:docChg chg="undo custSel addSld delSld modSld sldOrd">
      <pc:chgData name="derek dodd" userId="ec95a1bfe21f4366" providerId="LiveId" clId="{85531B5B-3466-4C98-8112-45FF43968840}" dt="2022-03-05T14:06:22.160" v="790" actId="2696"/>
      <pc:docMkLst>
        <pc:docMk/>
      </pc:docMkLst>
      <pc:sldChg chg="modSp mod">
        <pc:chgData name="derek dodd" userId="ec95a1bfe21f4366" providerId="LiveId" clId="{85531B5B-3466-4C98-8112-45FF43968840}" dt="2022-03-05T13:45:46.139" v="0" actId="113"/>
        <pc:sldMkLst>
          <pc:docMk/>
          <pc:sldMk cId="3872837954" sldId="256"/>
        </pc:sldMkLst>
        <pc:spChg chg="mod">
          <ac:chgData name="derek dodd" userId="ec95a1bfe21f4366" providerId="LiveId" clId="{85531B5B-3466-4C98-8112-45FF43968840}" dt="2022-03-05T13:45:46.139" v="0" actId="113"/>
          <ac:spMkLst>
            <pc:docMk/>
            <pc:sldMk cId="3872837954" sldId="256"/>
            <ac:spMk id="6" creationId="{00000000-0000-0000-0000-000000000000}"/>
          </ac:spMkLst>
        </pc:spChg>
      </pc:sldChg>
      <pc:sldChg chg="modSp mod">
        <pc:chgData name="derek dodd" userId="ec95a1bfe21f4366" providerId="LiveId" clId="{85531B5B-3466-4C98-8112-45FF43968840}" dt="2022-03-05T13:53:24.065" v="63" actId="403"/>
        <pc:sldMkLst>
          <pc:docMk/>
          <pc:sldMk cId="2349540395" sldId="260"/>
        </pc:sldMkLst>
        <pc:spChg chg="mod">
          <ac:chgData name="derek dodd" userId="ec95a1bfe21f4366" providerId="LiveId" clId="{85531B5B-3466-4C98-8112-45FF43968840}" dt="2022-03-05T13:53:24.065" v="63" actId="403"/>
          <ac:spMkLst>
            <pc:docMk/>
            <pc:sldMk cId="2349540395" sldId="260"/>
            <ac:spMk id="2" creationId="{00000000-0000-0000-0000-000000000000}"/>
          </ac:spMkLst>
        </pc:spChg>
      </pc:sldChg>
      <pc:sldChg chg="modSp mod">
        <pc:chgData name="derek dodd" userId="ec95a1bfe21f4366" providerId="LiveId" clId="{85531B5B-3466-4C98-8112-45FF43968840}" dt="2022-03-05T13:46:25.104" v="6" actId="113"/>
        <pc:sldMkLst>
          <pc:docMk/>
          <pc:sldMk cId="2097648815" sldId="261"/>
        </pc:sldMkLst>
        <pc:spChg chg="mod">
          <ac:chgData name="derek dodd" userId="ec95a1bfe21f4366" providerId="LiveId" clId="{85531B5B-3466-4C98-8112-45FF43968840}" dt="2022-03-05T13:46:25.104" v="6" actId="113"/>
          <ac:spMkLst>
            <pc:docMk/>
            <pc:sldMk cId="2097648815" sldId="261"/>
            <ac:spMk id="3" creationId="{00000000-0000-0000-0000-000000000000}"/>
          </ac:spMkLst>
        </pc:spChg>
      </pc:sldChg>
      <pc:sldChg chg="modSp mod">
        <pc:chgData name="derek dodd" userId="ec95a1bfe21f4366" providerId="LiveId" clId="{85531B5B-3466-4C98-8112-45FF43968840}" dt="2022-03-05T13:45:53.089" v="1" actId="113"/>
        <pc:sldMkLst>
          <pc:docMk/>
          <pc:sldMk cId="2432566905" sldId="264"/>
        </pc:sldMkLst>
        <pc:spChg chg="mod">
          <ac:chgData name="derek dodd" userId="ec95a1bfe21f4366" providerId="LiveId" clId="{85531B5B-3466-4C98-8112-45FF43968840}" dt="2022-03-05T13:45:53.089" v="1" actId="113"/>
          <ac:spMkLst>
            <pc:docMk/>
            <pc:sldMk cId="2432566905" sldId="264"/>
            <ac:spMk id="6" creationId="{00000000-0000-0000-0000-000000000000}"/>
          </ac:spMkLst>
        </pc:spChg>
      </pc:sldChg>
      <pc:sldChg chg="modSp mod">
        <pc:chgData name="derek dodd" userId="ec95a1bfe21f4366" providerId="LiveId" clId="{85531B5B-3466-4C98-8112-45FF43968840}" dt="2022-03-05T13:45:59.689" v="2" actId="113"/>
        <pc:sldMkLst>
          <pc:docMk/>
          <pc:sldMk cId="2676293381" sldId="265"/>
        </pc:sldMkLst>
        <pc:spChg chg="mod">
          <ac:chgData name="derek dodd" userId="ec95a1bfe21f4366" providerId="LiveId" clId="{85531B5B-3466-4C98-8112-45FF43968840}" dt="2022-03-05T13:45:59.689" v="2" actId="113"/>
          <ac:spMkLst>
            <pc:docMk/>
            <pc:sldMk cId="2676293381" sldId="265"/>
            <ac:spMk id="6" creationId="{00000000-0000-0000-0000-000000000000}"/>
          </ac:spMkLst>
        </pc:spChg>
      </pc:sldChg>
      <pc:sldChg chg="modSp mod">
        <pc:chgData name="derek dodd" userId="ec95a1bfe21f4366" providerId="LiveId" clId="{85531B5B-3466-4C98-8112-45FF43968840}" dt="2022-03-05T13:46:07.970" v="3" actId="113"/>
        <pc:sldMkLst>
          <pc:docMk/>
          <pc:sldMk cId="673470436" sldId="266"/>
        </pc:sldMkLst>
        <pc:spChg chg="mod">
          <ac:chgData name="derek dodd" userId="ec95a1bfe21f4366" providerId="LiveId" clId="{85531B5B-3466-4C98-8112-45FF43968840}" dt="2022-03-05T13:46:07.970" v="3" actId="113"/>
          <ac:spMkLst>
            <pc:docMk/>
            <pc:sldMk cId="673470436" sldId="266"/>
            <ac:spMk id="6" creationId="{00000000-0000-0000-0000-000000000000}"/>
          </ac:spMkLst>
        </pc:spChg>
      </pc:sldChg>
      <pc:sldChg chg="modSp mod">
        <pc:chgData name="derek dodd" userId="ec95a1bfe21f4366" providerId="LiveId" clId="{85531B5B-3466-4C98-8112-45FF43968840}" dt="2022-03-05T13:46:12.491" v="4" actId="113"/>
        <pc:sldMkLst>
          <pc:docMk/>
          <pc:sldMk cId="3963382593" sldId="267"/>
        </pc:sldMkLst>
        <pc:spChg chg="mod">
          <ac:chgData name="derek dodd" userId="ec95a1bfe21f4366" providerId="LiveId" clId="{85531B5B-3466-4C98-8112-45FF43968840}" dt="2022-03-05T13:46:12.491" v="4" actId="113"/>
          <ac:spMkLst>
            <pc:docMk/>
            <pc:sldMk cId="3963382593" sldId="267"/>
            <ac:spMk id="6" creationId="{00000000-0000-0000-0000-000000000000}"/>
          </ac:spMkLst>
        </pc:spChg>
      </pc:sldChg>
      <pc:sldChg chg="modSp mod">
        <pc:chgData name="derek dodd" userId="ec95a1bfe21f4366" providerId="LiveId" clId="{85531B5B-3466-4C98-8112-45FF43968840}" dt="2022-03-05T13:49:36.149" v="11" actId="14838"/>
        <pc:sldMkLst>
          <pc:docMk/>
          <pc:sldMk cId="2248089081" sldId="268"/>
        </pc:sldMkLst>
        <pc:spChg chg="mod">
          <ac:chgData name="derek dodd" userId="ec95a1bfe21f4366" providerId="LiveId" clId="{85531B5B-3466-4C98-8112-45FF43968840}" dt="2022-03-05T13:49:36.149" v="11" actId="14838"/>
          <ac:spMkLst>
            <pc:docMk/>
            <pc:sldMk cId="2248089081" sldId="268"/>
            <ac:spMk id="3" creationId="{00000000-0000-0000-0000-000000000000}"/>
          </ac:spMkLst>
        </pc:spChg>
        <pc:spChg chg="mod">
          <ac:chgData name="derek dodd" userId="ec95a1bfe21f4366" providerId="LiveId" clId="{85531B5B-3466-4C98-8112-45FF43968840}" dt="2022-03-05T13:46:20.409" v="5" actId="113"/>
          <ac:spMkLst>
            <pc:docMk/>
            <pc:sldMk cId="2248089081" sldId="268"/>
            <ac:spMk id="6" creationId="{00000000-0000-0000-0000-000000000000}"/>
          </ac:spMkLst>
        </pc:spChg>
      </pc:sldChg>
      <pc:sldChg chg="modSp mod">
        <pc:chgData name="derek dodd" userId="ec95a1bfe21f4366" providerId="LiveId" clId="{85531B5B-3466-4C98-8112-45FF43968840}" dt="2022-03-05T13:46:42.614" v="9" actId="20577"/>
        <pc:sldMkLst>
          <pc:docMk/>
          <pc:sldMk cId="3012152465" sldId="269"/>
        </pc:sldMkLst>
        <pc:spChg chg="mod">
          <ac:chgData name="derek dodd" userId="ec95a1bfe21f4366" providerId="LiveId" clId="{85531B5B-3466-4C98-8112-45FF43968840}" dt="2022-03-05T13:46:42.614" v="9" actId="20577"/>
          <ac:spMkLst>
            <pc:docMk/>
            <pc:sldMk cId="3012152465" sldId="269"/>
            <ac:spMk id="3" creationId="{00000000-0000-0000-0000-000000000000}"/>
          </ac:spMkLst>
        </pc:spChg>
      </pc:sldChg>
      <pc:sldChg chg="new del">
        <pc:chgData name="derek dodd" userId="ec95a1bfe21f4366" providerId="LiveId" clId="{85531B5B-3466-4C98-8112-45FF43968840}" dt="2022-03-05T13:50:08.049" v="13" actId="680"/>
        <pc:sldMkLst>
          <pc:docMk/>
          <pc:sldMk cId="2804356661" sldId="270"/>
        </pc:sldMkLst>
      </pc:sldChg>
      <pc:sldChg chg="add">
        <pc:chgData name="derek dodd" userId="ec95a1bfe21f4366" providerId="LiveId" clId="{85531B5B-3466-4C98-8112-45FF43968840}" dt="2022-03-05T13:50:13.599" v="14" actId="2890"/>
        <pc:sldMkLst>
          <pc:docMk/>
          <pc:sldMk cId="3154487683" sldId="270"/>
        </pc:sldMkLst>
      </pc:sldChg>
      <pc:sldChg chg="modSp add mod">
        <pc:chgData name="derek dodd" userId="ec95a1bfe21f4366" providerId="LiveId" clId="{85531B5B-3466-4C98-8112-45FF43968840}" dt="2022-03-05T14:05:06.488" v="729" actId="20577"/>
        <pc:sldMkLst>
          <pc:docMk/>
          <pc:sldMk cId="671862726" sldId="271"/>
        </pc:sldMkLst>
        <pc:spChg chg="mod">
          <ac:chgData name="derek dodd" userId="ec95a1bfe21f4366" providerId="LiveId" clId="{85531B5B-3466-4C98-8112-45FF43968840}" dt="2022-03-05T14:05:06.488" v="729" actId="20577"/>
          <ac:spMkLst>
            <pc:docMk/>
            <pc:sldMk cId="671862726" sldId="271"/>
            <ac:spMk id="2" creationId="{00000000-0000-0000-0000-000000000000}"/>
          </ac:spMkLst>
        </pc:spChg>
      </pc:sldChg>
      <pc:sldChg chg="modSp add mod ord">
        <pc:chgData name="derek dodd" userId="ec95a1bfe21f4366" providerId="LiveId" clId="{85531B5B-3466-4C98-8112-45FF43968840}" dt="2022-03-05T14:05:03.138" v="728" actId="20577"/>
        <pc:sldMkLst>
          <pc:docMk/>
          <pc:sldMk cId="3948186474" sldId="272"/>
        </pc:sldMkLst>
        <pc:spChg chg="mod">
          <ac:chgData name="derek dodd" userId="ec95a1bfe21f4366" providerId="LiveId" clId="{85531B5B-3466-4C98-8112-45FF43968840}" dt="2022-03-05T14:05:03.138" v="728" actId="20577"/>
          <ac:spMkLst>
            <pc:docMk/>
            <pc:sldMk cId="3948186474" sldId="272"/>
            <ac:spMk id="2" creationId="{00000000-0000-0000-0000-000000000000}"/>
          </ac:spMkLst>
        </pc:spChg>
      </pc:sldChg>
      <pc:sldChg chg="modSp add mod ord">
        <pc:chgData name="derek dodd" userId="ec95a1bfe21f4366" providerId="LiveId" clId="{85531B5B-3466-4C98-8112-45FF43968840}" dt="2022-03-05T14:04:57.024" v="727" actId="20577"/>
        <pc:sldMkLst>
          <pc:docMk/>
          <pc:sldMk cId="1943071170" sldId="273"/>
        </pc:sldMkLst>
        <pc:spChg chg="mod">
          <ac:chgData name="derek dodd" userId="ec95a1bfe21f4366" providerId="LiveId" clId="{85531B5B-3466-4C98-8112-45FF43968840}" dt="2022-03-05T14:04:57.024" v="727" actId="20577"/>
          <ac:spMkLst>
            <pc:docMk/>
            <pc:sldMk cId="1943071170" sldId="273"/>
            <ac:spMk id="2" creationId="{00000000-0000-0000-0000-000000000000}"/>
          </ac:spMkLst>
        </pc:spChg>
      </pc:sldChg>
      <pc:sldChg chg="modSp add mod ord">
        <pc:chgData name="derek dodd" userId="ec95a1bfe21f4366" providerId="LiveId" clId="{85531B5B-3466-4C98-8112-45FF43968840}" dt="2022-03-05T14:04:53.040" v="726" actId="20577"/>
        <pc:sldMkLst>
          <pc:docMk/>
          <pc:sldMk cId="2326436280" sldId="274"/>
        </pc:sldMkLst>
        <pc:spChg chg="mod">
          <ac:chgData name="derek dodd" userId="ec95a1bfe21f4366" providerId="LiveId" clId="{85531B5B-3466-4C98-8112-45FF43968840}" dt="2022-03-05T14:04:53.040" v="726" actId="20577"/>
          <ac:spMkLst>
            <pc:docMk/>
            <pc:sldMk cId="2326436280" sldId="274"/>
            <ac:spMk id="2" creationId="{00000000-0000-0000-0000-000000000000}"/>
          </ac:spMkLst>
        </pc:spChg>
      </pc:sldChg>
      <pc:sldChg chg="modSp add mod ord">
        <pc:chgData name="derek dodd" userId="ec95a1bfe21f4366" providerId="LiveId" clId="{85531B5B-3466-4C98-8112-45FF43968840}" dt="2022-03-05T14:04:49.148" v="725" actId="20577"/>
        <pc:sldMkLst>
          <pc:docMk/>
          <pc:sldMk cId="1972055503" sldId="275"/>
        </pc:sldMkLst>
        <pc:spChg chg="mod">
          <ac:chgData name="derek dodd" userId="ec95a1bfe21f4366" providerId="LiveId" clId="{85531B5B-3466-4C98-8112-45FF43968840}" dt="2022-03-05T14:04:49.148" v="725" actId="20577"/>
          <ac:spMkLst>
            <pc:docMk/>
            <pc:sldMk cId="1972055503" sldId="275"/>
            <ac:spMk id="2" creationId="{00000000-0000-0000-0000-000000000000}"/>
          </ac:spMkLst>
        </pc:spChg>
      </pc:sldChg>
      <pc:sldChg chg="delSp modSp add del mod ord">
        <pc:chgData name="derek dodd" userId="ec95a1bfe21f4366" providerId="LiveId" clId="{85531B5B-3466-4C98-8112-45FF43968840}" dt="2022-03-05T14:06:22.160" v="790" actId="2696"/>
        <pc:sldMkLst>
          <pc:docMk/>
          <pc:sldMk cId="696515137" sldId="276"/>
        </pc:sldMkLst>
        <pc:spChg chg="del mod">
          <ac:chgData name="derek dodd" userId="ec95a1bfe21f4366" providerId="LiveId" clId="{85531B5B-3466-4C98-8112-45FF43968840}" dt="2022-03-05T14:06:19.897" v="789"/>
          <ac:spMkLst>
            <pc:docMk/>
            <pc:sldMk cId="696515137" sldId="276"/>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210C973-5A92-4625-9274-739D838BC468}"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883977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10C973-5A92-4625-9274-739D838BC468}"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2288767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10C973-5A92-4625-9274-739D838BC468}"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3941317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210C973-5A92-4625-9274-739D838BC468}" type="datetimeFigureOut">
              <a:rPr lang="en-US" smtClean="0"/>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3887959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210C973-5A92-4625-9274-739D838BC468}" type="datetimeFigureOut">
              <a:rPr lang="en-US" smtClean="0"/>
              <a:t>3/5/2022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2455690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210C973-5A92-4625-9274-739D838BC468}" type="datetimeFigureOut">
              <a:rPr lang="en-US" smtClean="0"/>
              <a:t>3/5/2022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83362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10C973-5A92-4625-9274-739D838BC468}" type="datetimeFigureOut">
              <a:rPr lang="en-US" smtClean="0"/>
              <a:t>3/5/2022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1818749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10C973-5A92-4625-9274-739D838BC468}" type="datetimeFigureOut">
              <a:rPr lang="en-US" smtClean="0"/>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2630978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10C973-5A92-4625-9274-739D838BC468}" type="datetimeFigureOut">
              <a:rPr lang="en-US" smtClean="0"/>
              <a:t>3/5/2022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363347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10C973-5A92-4625-9274-739D838BC468}"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37764678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10C973-5A92-4625-9274-739D838BC468}" type="datetimeFigureOut">
              <a:rPr lang="en-US" smtClean="0"/>
              <a:t>3/5/2022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214EEB-23FA-4E3C-ACAE-2E3C2D3840BD}" type="slidenum">
              <a:rPr lang="en-US" smtClean="0"/>
              <a:t>‹#›</a:t>
            </a:fld>
            <a:endParaRPr lang="en-US"/>
          </a:p>
        </p:txBody>
      </p:sp>
    </p:spTree>
    <p:extLst>
      <p:ext uri="{BB962C8B-B14F-4D97-AF65-F5344CB8AC3E}">
        <p14:creationId xmlns:p14="http://schemas.microsoft.com/office/powerpoint/2010/main" val="3869474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10C973-5A92-4625-9274-739D838BC468}" type="datetimeFigureOut">
              <a:rPr lang="en-US" smtClean="0"/>
              <a:t>3/5/2022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214EEB-23FA-4E3C-ACAE-2E3C2D3840BD}" type="slidenum">
              <a:rPr lang="en-US" smtClean="0"/>
              <a:t>‹#›</a:t>
            </a:fld>
            <a:endParaRPr lang="en-US"/>
          </a:p>
        </p:txBody>
      </p:sp>
    </p:spTree>
    <p:extLst>
      <p:ext uri="{BB962C8B-B14F-4D97-AF65-F5344CB8AC3E}">
        <p14:creationId xmlns:p14="http://schemas.microsoft.com/office/powerpoint/2010/main" val="23359316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8000" t="-114000" b="-148000"/>
          </a:stretch>
        </a:blipFill>
        <a:effectLst/>
      </p:bgPr>
    </p:bg>
    <p:spTree>
      <p:nvGrpSpPr>
        <p:cNvPr id="1" name=""/>
        <p:cNvGrpSpPr/>
        <p:nvPr/>
      </p:nvGrpSpPr>
      <p:grpSpPr>
        <a:xfrm>
          <a:off x="0" y="0"/>
          <a:ext cx="0" cy="0"/>
          <a:chOff x="0" y="0"/>
          <a:chExt cx="0" cy="0"/>
        </a:xfrm>
      </p:grpSpPr>
      <p:sp>
        <p:nvSpPr>
          <p:cNvPr id="4" name="Rectangle 3"/>
          <p:cNvSpPr/>
          <p:nvPr/>
        </p:nvSpPr>
        <p:spPr>
          <a:xfrm>
            <a:off x="1400073" y="512893"/>
            <a:ext cx="5317161" cy="3785652"/>
          </a:xfrm>
          <a:prstGeom prst="rect">
            <a:avLst/>
          </a:prstGeom>
          <a:noFill/>
        </p:spPr>
        <p:txBody>
          <a:bodyPr wrap="none" lIns="91440" tIns="45720" rIns="91440" bIns="45720">
            <a:spAutoFit/>
          </a:bodyPr>
          <a:lstStyle/>
          <a:p>
            <a:pPr algn="ctr"/>
            <a:r>
              <a:rPr lang="en-US" sz="8000" b="1" dirty="0">
                <a:ln w="9525">
                  <a:solidFill>
                    <a:schemeClr val="bg1"/>
                  </a:solidFill>
                  <a:prstDash val="solid"/>
                </a:ln>
                <a:effectLst>
                  <a:outerShdw blurRad="12700" dist="38100" dir="2700000" algn="tl" rotWithShape="0">
                    <a:schemeClr val="bg1">
                      <a:lumMod val="50000"/>
                    </a:schemeClr>
                  </a:outerShdw>
                </a:effectLst>
              </a:rPr>
              <a:t>JESUS’</a:t>
            </a:r>
          </a:p>
          <a:p>
            <a:pPr algn="ctr"/>
            <a:r>
              <a:rPr lang="en-US" sz="8000" b="1" dirty="0">
                <a:ln w="9525">
                  <a:solidFill>
                    <a:schemeClr val="bg1"/>
                  </a:solidFill>
                  <a:prstDash val="solid"/>
                </a:ln>
                <a:effectLst>
                  <a:outerShdw blurRad="12700" dist="38100" dir="2700000" algn="tl" rotWithShape="0">
                    <a:schemeClr val="bg1">
                      <a:lumMod val="50000"/>
                    </a:schemeClr>
                  </a:outerShdw>
                </a:effectLst>
              </a:rPr>
              <a:t>    MODEL</a:t>
            </a:r>
          </a:p>
          <a:p>
            <a:pPr algn="ctr"/>
            <a:r>
              <a:rPr lang="en-US" sz="80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PRAYER</a:t>
            </a:r>
          </a:p>
        </p:txBody>
      </p:sp>
      <p:sp>
        <p:nvSpPr>
          <p:cNvPr id="5" name="Rectangle 4"/>
          <p:cNvSpPr/>
          <p:nvPr/>
        </p:nvSpPr>
        <p:spPr>
          <a:xfrm>
            <a:off x="627305" y="5790746"/>
            <a:ext cx="3814699"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MATT 6:5-15</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6885893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6001643"/>
          </a:xfrm>
          <a:prstGeom prst="rect">
            <a:avLst/>
          </a:prstGeom>
          <a:noFill/>
        </p:spPr>
        <p:txBody>
          <a:bodyPr wrap="square" lIns="91440" tIns="45720" rIns="91440" bIns="45720">
            <a:spAutoFit/>
          </a:bodyPr>
          <a:lstStyle/>
          <a:p>
            <a:pPr marR="0" algn="l" rtl="0"/>
            <a:r>
              <a:rPr lang="en-US" sz="3200" b="1" i="0" u="none" strike="noStrike" baseline="0" dirty="0">
                <a:latin typeface="Verdana" panose="020B0604030504040204" pitchFamily="34" charset="0"/>
              </a:rPr>
              <a:t>Our Father which art in heaven, Hallowed be thy name. Thy kingdom come. Thy will be done in earth, as </a:t>
            </a:r>
            <a:r>
              <a:rPr lang="en-US" sz="3200" b="1" i="1" u="none" strike="noStrike" baseline="0" dirty="0">
                <a:latin typeface="Verdana" panose="020B0604030504040204" pitchFamily="34" charset="0"/>
              </a:rPr>
              <a:t>it is</a:t>
            </a:r>
            <a:r>
              <a:rPr lang="en-US" sz="3200" b="1" i="0" u="none" strike="noStrike" baseline="0" dirty="0">
                <a:latin typeface="Verdana" panose="020B0604030504040204" pitchFamily="34" charset="0"/>
              </a:rPr>
              <a:t> in heaven. Give us this day our daily bread. And forgive us our debts, as we forgive our debtors. And lead us not into temptation, but deliver us from evil: For thine is the kingdom, and the power, and the glory, for ever. Amen. For if ye forgive men their trespasses, your heavenly Father will also forgive you: But if ye forgive not men their trespasses, neither will your Father forgive your trespasses. (Mat 6:9-15)</a:t>
            </a:r>
          </a:p>
        </p:txBody>
      </p:sp>
    </p:spTree>
    <p:extLst>
      <p:ext uri="{BB962C8B-B14F-4D97-AF65-F5344CB8AC3E}">
        <p14:creationId xmlns:p14="http://schemas.microsoft.com/office/powerpoint/2010/main" val="23495403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2862322"/>
          </a:xfrm>
          <a:prstGeom prst="rect">
            <a:avLst/>
          </a:prstGeom>
          <a:noFill/>
        </p:spPr>
        <p:txBody>
          <a:bodyPr wrap="square" lIns="91440" tIns="45720" rIns="91440" bIns="45720">
            <a:spAutoFit/>
          </a:bodyPr>
          <a:lstStyle/>
          <a:p>
            <a:pPr marR="0" algn="l" rtl="0"/>
            <a:r>
              <a:rPr lang="en-US" sz="3600" b="1" i="0" u="none" strike="noStrike" baseline="0" dirty="0">
                <a:latin typeface="Verdana" panose="020B0604030504040204" pitchFamily="34" charset="0"/>
              </a:rPr>
              <a:t>Our Father which art in heaven, Hallowed be thy name.</a:t>
            </a:r>
          </a:p>
          <a:p>
            <a:pPr marR="0" algn="l" rtl="0"/>
            <a:r>
              <a:rPr lang="en-US" sz="3600" b="1" i="0" u="none" strike="noStrike" baseline="0" dirty="0">
                <a:latin typeface="Verdana" panose="020B0604030504040204" pitchFamily="34" charset="0"/>
              </a:rPr>
              <a:t> </a:t>
            </a:r>
          </a:p>
          <a:p>
            <a:pPr marL="514350" marR="0" indent="-514350" algn="l" rtl="0">
              <a:buFont typeface="+mj-lt"/>
              <a:buAutoNum type="arabicPeriod"/>
            </a:pPr>
            <a:r>
              <a:rPr lang="en-US" sz="3600" b="1" i="0" u="none" strike="noStrike" baseline="0" dirty="0">
                <a:latin typeface="Verdana" panose="020B0604030504040204" pitchFamily="34" charset="0"/>
              </a:rPr>
              <a:t> Address to the FATHER</a:t>
            </a:r>
          </a:p>
          <a:p>
            <a:pPr marL="514350" marR="0" indent="-514350" algn="l" rtl="0">
              <a:buFont typeface="+mj-lt"/>
              <a:buAutoNum type="arabicPeriod"/>
            </a:pPr>
            <a:r>
              <a:rPr lang="en-US" sz="3600" b="1" dirty="0">
                <a:latin typeface="Verdana" panose="020B0604030504040204" pitchFamily="34" charset="0"/>
              </a:rPr>
              <a:t>Praise the God of heaven</a:t>
            </a:r>
            <a:endParaRPr lang="en-US" sz="3600" b="1" i="0" u="none" strike="noStrike" baseline="0" dirty="0">
              <a:latin typeface="Verdana" panose="020B0604030504040204" pitchFamily="34" charset="0"/>
            </a:endParaRPr>
          </a:p>
        </p:txBody>
      </p:sp>
    </p:spTree>
    <p:extLst>
      <p:ext uri="{BB962C8B-B14F-4D97-AF65-F5344CB8AC3E}">
        <p14:creationId xmlns:p14="http://schemas.microsoft.com/office/powerpoint/2010/main" val="67186272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3970318"/>
          </a:xfrm>
          <a:prstGeom prst="rect">
            <a:avLst/>
          </a:prstGeom>
          <a:noFill/>
        </p:spPr>
        <p:txBody>
          <a:bodyPr wrap="square" lIns="91440" tIns="45720" rIns="91440" bIns="45720">
            <a:spAutoFit/>
          </a:bodyPr>
          <a:lstStyle/>
          <a:p>
            <a:pPr marR="0" algn="l" rtl="0"/>
            <a:r>
              <a:rPr lang="en-US" sz="3600" b="1" i="0" u="none" strike="noStrike" baseline="0" dirty="0">
                <a:latin typeface="Verdana" panose="020B0604030504040204" pitchFamily="34" charset="0"/>
              </a:rPr>
              <a:t>Thy kingdom come. Thy will be done in earth, as </a:t>
            </a:r>
            <a:r>
              <a:rPr lang="en-US" sz="3600" b="1" i="1" u="none" strike="noStrike" baseline="0" dirty="0">
                <a:latin typeface="Verdana" panose="020B0604030504040204" pitchFamily="34" charset="0"/>
              </a:rPr>
              <a:t>it is</a:t>
            </a:r>
            <a:r>
              <a:rPr lang="en-US" sz="3600" b="1" i="0" u="none" strike="noStrike" baseline="0" dirty="0">
                <a:latin typeface="Verdana" panose="020B0604030504040204" pitchFamily="34" charset="0"/>
              </a:rPr>
              <a:t> in heaven. </a:t>
            </a:r>
          </a:p>
          <a:p>
            <a:pPr marR="0" algn="l" rtl="0"/>
            <a:endParaRPr lang="en-US" sz="3600" b="1" i="0" u="none" strike="noStrike" baseline="0" dirty="0">
              <a:latin typeface="Verdana" panose="020B0604030504040204" pitchFamily="34" charset="0"/>
            </a:endParaRPr>
          </a:p>
          <a:p>
            <a:pPr marL="514350" marR="0" indent="-514350" algn="l" rtl="0">
              <a:buAutoNum type="arabicPeriod"/>
            </a:pPr>
            <a:r>
              <a:rPr lang="en-US" sz="3600" b="1" dirty="0">
                <a:latin typeface="Verdana" panose="020B0604030504040204" pitchFamily="34" charset="0"/>
              </a:rPr>
              <a:t>Thy kingdom come – hadn’t come already, but is NOW here</a:t>
            </a:r>
          </a:p>
          <a:p>
            <a:pPr marL="514350" marR="0" indent="-514350" algn="l" rtl="0">
              <a:buAutoNum type="arabicPeriod"/>
            </a:pPr>
            <a:r>
              <a:rPr lang="en-US" sz="3600" b="1" i="0" u="none" strike="noStrike" baseline="0" dirty="0">
                <a:latin typeface="Verdana" panose="020B0604030504040204" pitchFamily="34" charset="0"/>
              </a:rPr>
              <a:t>Thy will be done – the focus </a:t>
            </a:r>
            <a:r>
              <a:rPr lang="en-US" sz="3600" b="1" dirty="0">
                <a:latin typeface="Verdana" panose="020B0604030504040204" pitchFamily="34" charset="0"/>
              </a:rPr>
              <a:t>being God’s will</a:t>
            </a:r>
            <a:endParaRPr lang="en-US" sz="3600" b="1" i="0" u="none" strike="noStrike" baseline="0" dirty="0">
              <a:latin typeface="Verdana" panose="020B0604030504040204" pitchFamily="34" charset="0"/>
            </a:endParaRPr>
          </a:p>
        </p:txBody>
      </p:sp>
    </p:spTree>
    <p:extLst>
      <p:ext uri="{BB962C8B-B14F-4D97-AF65-F5344CB8AC3E}">
        <p14:creationId xmlns:p14="http://schemas.microsoft.com/office/powerpoint/2010/main" val="394818647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3970318"/>
          </a:xfrm>
          <a:prstGeom prst="rect">
            <a:avLst/>
          </a:prstGeom>
          <a:noFill/>
        </p:spPr>
        <p:txBody>
          <a:bodyPr wrap="square" lIns="91440" tIns="45720" rIns="91440" bIns="45720">
            <a:spAutoFit/>
          </a:bodyPr>
          <a:lstStyle/>
          <a:p>
            <a:pPr marR="0" algn="l" rtl="0"/>
            <a:r>
              <a:rPr lang="en-US" sz="3600" b="1" i="0" u="none" strike="noStrike" baseline="0" dirty="0">
                <a:latin typeface="Verdana" panose="020B0604030504040204" pitchFamily="34" charset="0"/>
              </a:rPr>
              <a:t>Give us this day our daily bread. And forgive us our debts, as we forgive our debtors</a:t>
            </a:r>
          </a:p>
          <a:p>
            <a:pPr marR="0" algn="l" rtl="0"/>
            <a:endParaRPr lang="en-US" sz="3600" b="1" i="0" u="none" strike="noStrike" baseline="0" dirty="0">
              <a:latin typeface="Verdana" panose="020B0604030504040204" pitchFamily="34" charset="0"/>
            </a:endParaRPr>
          </a:p>
          <a:p>
            <a:pPr marL="514350" marR="0" indent="-514350" algn="l" rtl="0">
              <a:buAutoNum type="arabicPeriod"/>
            </a:pPr>
            <a:r>
              <a:rPr lang="en-US" sz="3600" b="1" dirty="0">
                <a:latin typeface="Verdana" panose="020B0604030504040204" pitchFamily="34" charset="0"/>
              </a:rPr>
              <a:t>Bless us with the daily physical needs.</a:t>
            </a:r>
          </a:p>
          <a:p>
            <a:pPr marL="514350" marR="0" indent="-514350" algn="l" rtl="0">
              <a:buAutoNum type="arabicPeriod"/>
            </a:pPr>
            <a:r>
              <a:rPr lang="en-US" sz="3600" b="1" i="0" u="none" strike="noStrike" baseline="0" dirty="0">
                <a:latin typeface="Verdana" panose="020B0604030504040204" pitchFamily="34" charset="0"/>
              </a:rPr>
              <a:t>Bless our souls as the condition of sins</a:t>
            </a:r>
          </a:p>
          <a:p>
            <a:pPr marR="0" algn="l" rtl="0"/>
            <a:endParaRPr lang="en-US" sz="3600" b="1" i="0" u="none" strike="noStrike" baseline="0" dirty="0">
              <a:latin typeface="Verdana" panose="020B0604030504040204" pitchFamily="34" charset="0"/>
            </a:endParaRPr>
          </a:p>
        </p:txBody>
      </p:sp>
    </p:spTree>
    <p:extLst>
      <p:ext uri="{BB962C8B-B14F-4D97-AF65-F5344CB8AC3E}">
        <p14:creationId xmlns:p14="http://schemas.microsoft.com/office/powerpoint/2010/main" val="194307117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5078313"/>
          </a:xfrm>
          <a:prstGeom prst="rect">
            <a:avLst/>
          </a:prstGeom>
          <a:noFill/>
        </p:spPr>
        <p:txBody>
          <a:bodyPr wrap="square" lIns="91440" tIns="45720" rIns="91440" bIns="45720">
            <a:spAutoFit/>
          </a:bodyPr>
          <a:lstStyle/>
          <a:p>
            <a:pPr marR="0" algn="l" rtl="0"/>
            <a:r>
              <a:rPr lang="en-US" sz="3600" b="1" i="0" u="none" strike="noStrike" baseline="0" dirty="0">
                <a:latin typeface="Verdana" panose="020B0604030504040204" pitchFamily="34" charset="0"/>
              </a:rPr>
              <a:t>And lead us not into temptation, but deliver us from evil: For thine is the kingdom, and the power, and the glory, for ever. </a:t>
            </a:r>
          </a:p>
          <a:p>
            <a:pPr marR="0" algn="l" rtl="0"/>
            <a:endParaRPr lang="en-US" sz="3600" b="1" i="0" u="none" strike="noStrike" baseline="0" dirty="0">
              <a:latin typeface="Verdana" panose="020B0604030504040204" pitchFamily="34" charset="0"/>
            </a:endParaRPr>
          </a:p>
          <a:p>
            <a:pPr marL="514350" marR="0" indent="-514350" algn="l" rtl="0">
              <a:buAutoNum type="arabicPeriod"/>
            </a:pPr>
            <a:r>
              <a:rPr lang="en-US" sz="3600" b="1" dirty="0">
                <a:latin typeface="Verdana" panose="020B0604030504040204" pitchFamily="34" charset="0"/>
              </a:rPr>
              <a:t>Protect us from Satan's temptations vs. make us grow with your trails</a:t>
            </a:r>
          </a:p>
          <a:p>
            <a:pPr marL="514350" marR="0" indent="-514350" algn="l" rtl="0">
              <a:buAutoNum type="arabicPeriod"/>
            </a:pPr>
            <a:r>
              <a:rPr lang="en-US" sz="3600" b="1" i="0" u="none" strike="noStrike" baseline="0" dirty="0">
                <a:latin typeface="Verdana" panose="020B0604030504040204" pitchFamily="34" charset="0"/>
              </a:rPr>
              <a:t>Praise Him </a:t>
            </a:r>
            <a:r>
              <a:rPr lang="en-US" sz="3600" b="1" dirty="0">
                <a:latin typeface="Verdana" panose="020B0604030504040204" pitchFamily="34" charset="0"/>
              </a:rPr>
              <a:t>because only He has the power to protect us</a:t>
            </a:r>
            <a:endParaRPr lang="en-US" sz="3600" b="1" i="0" u="none" strike="noStrike" baseline="0" dirty="0">
              <a:latin typeface="Verdana" panose="020B0604030504040204" pitchFamily="34" charset="0"/>
            </a:endParaRPr>
          </a:p>
        </p:txBody>
      </p:sp>
    </p:spTree>
    <p:extLst>
      <p:ext uri="{BB962C8B-B14F-4D97-AF65-F5344CB8AC3E}">
        <p14:creationId xmlns:p14="http://schemas.microsoft.com/office/powerpoint/2010/main" val="232643628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4524315"/>
          </a:xfrm>
          <a:prstGeom prst="rect">
            <a:avLst/>
          </a:prstGeom>
          <a:noFill/>
        </p:spPr>
        <p:txBody>
          <a:bodyPr wrap="square" lIns="91440" tIns="45720" rIns="91440" bIns="45720">
            <a:spAutoFit/>
          </a:bodyPr>
          <a:lstStyle/>
          <a:p>
            <a:pPr marR="0" algn="l" rtl="0"/>
            <a:r>
              <a:rPr lang="en-US" sz="3600" b="1" i="0" u="none" strike="noStrike" baseline="0" dirty="0">
                <a:latin typeface="Verdana" panose="020B0604030504040204" pitchFamily="34" charset="0"/>
              </a:rPr>
              <a:t>For if ye forgive men their trespasses, your heavenly Father will also forgive you: But if ye forgive not men their trespasses, neither will your Father forgive your trespasses. </a:t>
            </a:r>
          </a:p>
          <a:p>
            <a:pPr marR="0" algn="l" rtl="0"/>
            <a:endParaRPr lang="en-US" sz="3600" b="1" i="0" u="none" strike="noStrike" baseline="0" dirty="0">
              <a:latin typeface="Verdana" panose="020B0604030504040204" pitchFamily="34" charset="0"/>
            </a:endParaRPr>
          </a:p>
          <a:p>
            <a:pPr marR="0" algn="l" rtl="0"/>
            <a:r>
              <a:rPr lang="en-US" sz="3600" b="1" dirty="0">
                <a:latin typeface="Verdana" panose="020B0604030504040204" pitchFamily="34" charset="0"/>
              </a:rPr>
              <a:t>1. We have to follow God’s example to e blessed and forgiven</a:t>
            </a:r>
            <a:endParaRPr lang="en-US" sz="3600" b="1" i="0" u="none" strike="noStrike" baseline="0" dirty="0">
              <a:latin typeface="Verdana" panose="020B0604030504040204" pitchFamily="34" charset="0"/>
            </a:endParaRPr>
          </a:p>
        </p:txBody>
      </p:sp>
    </p:spTree>
    <p:extLst>
      <p:ext uri="{BB962C8B-B14F-4D97-AF65-F5344CB8AC3E}">
        <p14:creationId xmlns:p14="http://schemas.microsoft.com/office/powerpoint/2010/main" val="197205550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657726" y="400598"/>
            <a:ext cx="10812380" cy="5909310"/>
          </a:xfrm>
          <a:prstGeom prst="rect">
            <a:avLst/>
          </a:prstGeom>
          <a:noFill/>
        </p:spPr>
        <p:txBody>
          <a:bodyPr wrap="squar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“Prayer is an invitation to God to intervene in our lives, to let His will prevail in our affairs; it is the opening of a window to Him in our will, an effort to make him the Lord of our soul.” – Rabbi Abraham Joshua </a:t>
            </a:r>
            <a:r>
              <a:rPr lang="en-US" sz="54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Heschel</a:t>
            </a: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p>
        </p:txBody>
      </p:sp>
    </p:spTree>
    <p:extLst>
      <p:ext uri="{BB962C8B-B14F-4D97-AF65-F5344CB8AC3E}">
        <p14:creationId xmlns:p14="http://schemas.microsoft.com/office/powerpoint/2010/main" val="315448768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22158" y="256674"/>
            <a:ext cx="10515600" cy="684742"/>
          </a:xfrm>
        </p:spPr>
        <p:txBody>
          <a:bodyPr>
            <a:noAutofit/>
          </a:bodyPr>
          <a:lstStyle/>
          <a:p>
            <a:pPr algn="ctr"/>
            <a:r>
              <a:rPr lang="en-US" sz="8000" b="1" dirty="0"/>
              <a:t>Introduction</a:t>
            </a:r>
          </a:p>
        </p:txBody>
      </p:sp>
      <p:sp>
        <p:nvSpPr>
          <p:cNvPr id="6" name="Content Placeholder 5"/>
          <p:cNvSpPr>
            <a:spLocks noGrp="1"/>
          </p:cNvSpPr>
          <p:nvPr>
            <p:ph idx="1"/>
          </p:nvPr>
        </p:nvSpPr>
        <p:spPr>
          <a:xfrm>
            <a:off x="1335507" y="1162162"/>
            <a:ext cx="8225590" cy="5454316"/>
          </a:xfrm>
        </p:spPr>
        <p:txBody>
          <a:bodyPr>
            <a:normAutofit lnSpcReduction="10000"/>
          </a:bodyPr>
          <a:lstStyle/>
          <a:p>
            <a:pPr lvl="0"/>
            <a:r>
              <a:rPr lang="en-US" sz="3600" b="1" dirty="0"/>
              <a:t>Are the Jewish customs/practices of today like that of Jesus day?</a:t>
            </a:r>
          </a:p>
          <a:p>
            <a:pPr lvl="1"/>
            <a:r>
              <a:rPr lang="en-US" sz="3200" b="1" dirty="0"/>
              <a:t>Certain aspects are the same and even emphasized more; like prayer. </a:t>
            </a:r>
          </a:p>
          <a:p>
            <a:pPr lvl="1"/>
            <a:r>
              <a:rPr lang="en-US" sz="3200" b="1" dirty="0"/>
              <a:t>Jesus had a huge respect and placed a great deal of importance upon a prayer life.  </a:t>
            </a:r>
          </a:p>
          <a:p>
            <a:pPr lvl="0"/>
            <a:r>
              <a:rPr lang="en-US" sz="3600" b="1" dirty="0"/>
              <a:t>What of phylacteries?</a:t>
            </a:r>
          </a:p>
          <a:p>
            <a:pPr lvl="1"/>
            <a:r>
              <a:rPr lang="en-US" sz="3200" b="1" dirty="0"/>
              <a:t>Small prayer boxes tied to the forehead</a:t>
            </a:r>
          </a:p>
          <a:p>
            <a:pPr marL="457200" lvl="1" indent="0">
              <a:buNone/>
            </a:pPr>
            <a:r>
              <a:rPr lang="en-US" sz="3200" b="1" dirty="0"/>
              <a:t>   and hands.</a:t>
            </a:r>
          </a:p>
          <a:p>
            <a:pPr lvl="2"/>
            <a:r>
              <a:rPr lang="en-US" sz="2800" b="1" dirty="0"/>
              <a:t>Mt 23:5</a:t>
            </a:r>
          </a:p>
          <a:p>
            <a:r>
              <a:rPr lang="en-US" sz="3600" b="1" dirty="0"/>
              <a:t>Deuteronomy 6:8</a:t>
            </a:r>
          </a:p>
        </p:txBody>
      </p:sp>
    </p:spTree>
    <p:extLst>
      <p:ext uri="{BB962C8B-B14F-4D97-AF65-F5344CB8AC3E}">
        <p14:creationId xmlns:p14="http://schemas.microsoft.com/office/powerpoint/2010/main" val="38728379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22158" y="256674"/>
            <a:ext cx="10515600" cy="684742"/>
          </a:xfrm>
        </p:spPr>
        <p:txBody>
          <a:bodyPr>
            <a:noAutofit/>
          </a:bodyPr>
          <a:lstStyle/>
          <a:p>
            <a:pPr algn="ctr"/>
            <a:r>
              <a:rPr lang="en-US" sz="8000" b="1" dirty="0"/>
              <a:t>Terms To Know</a:t>
            </a:r>
          </a:p>
        </p:txBody>
      </p:sp>
      <p:sp>
        <p:nvSpPr>
          <p:cNvPr id="6" name="Content Placeholder 5"/>
          <p:cNvSpPr>
            <a:spLocks noGrp="1"/>
          </p:cNvSpPr>
          <p:nvPr>
            <p:ph idx="1"/>
          </p:nvPr>
        </p:nvSpPr>
        <p:spPr>
          <a:xfrm>
            <a:off x="1335507" y="1162162"/>
            <a:ext cx="8225590" cy="5454316"/>
          </a:xfrm>
        </p:spPr>
        <p:txBody>
          <a:bodyPr>
            <a:normAutofit lnSpcReduction="10000"/>
          </a:bodyPr>
          <a:lstStyle/>
          <a:p>
            <a:pPr lvl="0"/>
            <a:r>
              <a:rPr lang="en-US" sz="3600" b="1" dirty="0"/>
              <a:t>Tefillin- phylactery, tiny prayer box</a:t>
            </a:r>
          </a:p>
          <a:p>
            <a:pPr lvl="0"/>
            <a:r>
              <a:rPr lang="en-US" sz="3600" b="1" dirty="0" err="1"/>
              <a:t>Shema</a:t>
            </a:r>
            <a:r>
              <a:rPr lang="en-US" sz="3600" b="1" dirty="0"/>
              <a:t>- first part of a Jewish prayer</a:t>
            </a:r>
          </a:p>
          <a:p>
            <a:pPr lvl="1"/>
            <a:r>
              <a:rPr lang="en-US" sz="3200" b="1" dirty="0"/>
              <a:t>Mk 12:28-30</a:t>
            </a:r>
          </a:p>
          <a:p>
            <a:pPr lvl="2"/>
            <a:r>
              <a:rPr lang="en-US" sz="2800" b="1" dirty="0"/>
              <a:t>Heart- love, care, kindness</a:t>
            </a:r>
          </a:p>
          <a:p>
            <a:pPr lvl="2"/>
            <a:r>
              <a:rPr lang="en-US" sz="2800" b="1" dirty="0"/>
              <a:t>Soul- spiritual life</a:t>
            </a:r>
          </a:p>
          <a:p>
            <a:pPr lvl="2"/>
            <a:r>
              <a:rPr lang="en-US" sz="2800" b="1" dirty="0"/>
              <a:t>Mind- intellect (social and spiritual)</a:t>
            </a:r>
          </a:p>
          <a:p>
            <a:pPr lvl="2"/>
            <a:r>
              <a:rPr lang="en-US" sz="2800" b="1" dirty="0"/>
              <a:t>Strength- body, health, image, profession</a:t>
            </a:r>
          </a:p>
          <a:p>
            <a:r>
              <a:rPr lang="en-US" sz="3600" b="1" dirty="0" err="1"/>
              <a:t>Amidah</a:t>
            </a:r>
            <a:r>
              <a:rPr lang="en-US" sz="3600" b="1" dirty="0"/>
              <a:t>- 18 benedictions of Nehemiah</a:t>
            </a:r>
          </a:p>
          <a:p>
            <a:pPr lvl="1"/>
            <a:r>
              <a:rPr lang="en-US" sz="3200" b="1" dirty="0"/>
              <a:t>“Blessed are You, O Lord, our God and God of our fathers, God of Abraham, God of Isaac, God of Jacob.”</a:t>
            </a:r>
          </a:p>
        </p:txBody>
      </p:sp>
    </p:spTree>
    <p:extLst>
      <p:ext uri="{BB962C8B-B14F-4D97-AF65-F5344CB8AC3E}">
        <p14:creationId xmlns:p14="http://schemas.microsoft.com/office/powerpoint/2010/main" val="24325669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22158" y="256674"/>
            <a:ext cx="10515600" cy="684742"/>
          </a:xfrm>
        </p:spPr>
        <p:txBody>
          <a:bodyPr>
            <a:noAutofit/>
          </a:bodyPr>
          <a:lstStyle/>
          <a:p>
            <a:pPr algn="ctr"/>
            <a:r>
              <a:rPr lang="en-US" sz="8000" b="1" dirty="0"/>
              <a:t>Our Father</a:t>
            </a:r>
          </a:p>
        </p:txBody>
      </p:sp>
      <p:sp>
        <p:nvSpPr>
          <p:cNvPr id="6" name="Content Placeholder 5"/>
          <p:cNvSpPr>
            <a:spLocks noGrp="1"/>
          </p:cNvSpPr>
          <p:nvPr>
            <p:ph idx="1"/>
          </p:nvPr>
        </p:nvSpPr>
        <p:spPr>
          <a:xfrm>
            <a:off x="1335507" y="1162162"/>
            <a:ext cx="8225590" cy="5454316"/>
          </a:xfrm>
        </p:spPr>
        <p:txBody>
          <a:bodyPr>
            <a:normAutofit/>
          </a:bodyPr>
          <a:lstStyle/>
          <a:p>
            <a:pPr lvl="0"/>
            <a:r>
              <a:rPr lang="en-US" sz="3600" b="1" dirty="0"/>
              <a:t>“Our Father” vs “My Father”</a:t>
            </a:r>
          </a:p>
          <a:p>
            <a:pPr lvl="1"/>
            <a:r>
              <a:rPr lang="en-US" sz="3200" b="1" dirty="0"/>
              <a:t>Jewish tradition- involve a whole people</a:t>
            </a:r>
          </a:p>
          <a:p>
            <a:pPr lvl="1"/>
            <a:r>
              <a:rPr lang="en-US" sz="3200" b="1" dirty="0"/>
              <a:t>Now- individual/personal (even in public prayer)</a:t>
            </a:r>
          </a:p>
          <a:p>
            <a:pPr lvl="0"/>
            <a:r>
              <a:rPr lang="en-US" sz="3600" b="1" dirty="0"/>
              <a:t>Jesus taught the disciples in this manner.</a:t>
            </a:r>
          </a:p>
          <a:p>
            <a:pPr lvl="1"/>
            <a:r>
              <a:rPr lang="en-US" sz="3200" b="1" dirty="0"/>
              <a:t>Jesus prayed, “My Father”.</a:t>
            </a:r>
          </a:p>
          <a:p>
            <a:pPr lvl="2"/>
            <a:r>
              <a:rPr lang="en-US" sz="2800" b="1" dirty="0"/>
              <a:t>His special relationship with God.</a:t>
            </a:r>
          </a:p>
          <a:p>
            <a:pPr lvl="2"/>
            <a:r>
              <a:rPr lang="en-US" sz="2800" b="1" dirty="0"/>
              <a:t>Luke 2:49</a:t>
            </a:r>
          </a:p>
          <a:p>
            <a:pPr marL="0" indent="0">
              <a:buNone/>
            </a:pPr>
            <a:endParaRPr lang="en-US" sz="3600" b="1" dirty="0"/>
          </a:p>
        </p:txBody>
      </p:sp>
    </p:spTree>
    <p:extLst>
      <p:ext uri="{BB962C8B-B14F-4D97-AF65-F5344CB8AC3E}">
        <p14:creationId xmlns:p14="http://schemas.microsoft.com/office/powerpoint/2010/main" val="26762933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22158" y="256674"/>
            <a:ext cx="10515600" cy="684742"/>
          </a:xfrm>
        </p:spPr>
        <p:txBody>
          <a:bodyPr>
            <a:noAutofit/>
          </a:bodyPr>
          <a:lstStyle/>
          <a:p>
            <a:pPr algn="ctr"/>
            <a:r>
              <a:rPr lang="en-US" sz="8000" b="1" dirty="0"/>
              <a:t>Hallowed Be Your Name</a:t>
            </a:r>
          </a:p>
        </p:txBody>
      </p:sp>
      <p:sp>
        <p:nvSpPr>
          <p:cNvPr id="6" name="Content Placeholder 5"/>
          <p:cNvSpPr>
            <a:spLocks noGrp="1"/>
          </p:cNvSpPr>
          <p:nvPr>
            <p:ph idx="1"/>
          </p:nvPr>
        </p:nvSpPr>
        <p:spPr>
          <a:xfrm>
            <a:off x="1335507" y="1162162"/>
            <a:ext cx="8225590" cy="5454316"/>
          </a:xfrm>
        </p:spPr>
        <p:txBody>
          <a:bodyPr>
            <a:normAutofit/>
          </a:bodyPr>
          <a:lstStyle/>
          <a:p>
            <a:pPr lvl="0"/>
            <a:r>
              <a:rPr lang="en-US" sz="3600" b="1" dirty="0"/>
              <a:t>Imperative</a:t>
            </a:r>
          </a:p>
          <a:p>
            <a:pPr lvl="1"/>
            <a:r>
              <a:rPr lang="en-US" sz="3200" b="1" dirty="0"/>
              <a:t>“Let make holy/consecrated the name of You”</a:t>
            </a:r>
          </a:p>
          <a:p>
            <a:pPr lvl="1"/>
            <a:r>
              <a:rPr lang="en-US" sz="3200" b="1" dirty="0"/>
              <a:t>Praising God’s name.</a:t>
            </a:r>
          </a:p>
          <a:p>
            <a:pPr lvl="1"/>
            <a:r>
              <a:rPr lang="en-US" sz="3200" b="1" dirty="0"/>
              <a:t>Preaching God’s name.</a:t>
            </a:r>
          </a:p>
          <a:p>
            <a:pPr lvl="1"/>
            <a:r>
              <a:rPr lang="en-US" sz="3200" b="1" dirty="0"/>
              <a:t>Making God’s name holy before all others.</a:t>
            </a:r>
          </a:p>
          <a:p>
            <a:pPr marL="0" indent="0">
              <a:buNone/>
            </a:pPr>
            <a:endParaRPr lang="en-US" sz="3600" b="1" dirty="0"/>
          </a:p>
        </p:txBody>
      </p:sp>
    </p:spTree>
    <p:extLst>
      <p:ext uri="{BB962C8B-B14F-4D97-AF65-F5344CB8AC3E}">
        <p14:creationId xmlns:p14="http://schemas.microsoft.com/office/powerpoint/2010/main" val="6734704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22158" y="256674"/>
            <a:ext cx="10515600" cy="684742"/>
          </a:xfrm>
        </p:spPr>
        <p:txBody>
          <a:bodyPr>
            <a:noAutofit/>
          </a:bodyPr>
          <a:lstStyle/>
          <a:p>
            <a:pPr algn="ctr"/>
            <a:r>
              <a:rPr lang="en-US" sz="6500" b="1" dirty="0"/>
              <a:t>Give Us Today Our Daily Bread</a:t>
            </a:r>
          </a:p>
        </p:txBody>
      </p:sp>
      <p:sp>
        <p:nvSpPr>
          <p:cNvPr id="6" name="Content Placeholder 5"/>
          <p:cNvSpPr>
            <a:spLocks noGrp="1"/>
          </p:cNvSpPr>
          <p:nvPr>
            <p:ph idx="1"/>
          </p:nvPr>
        </p:nvSpPr>
        <p:spPr>
          <a:xfrm>
            <a:off x="1335507" y="1162162"/>
            <a:ext cx="8225590" cy="5454316"/>
          </a:xfrm>
        </p:spPr>
        <p:txBody>
          <a:bodyPr>
            <a:normAutofit/>
          </a:bodyPr>
          <a:lstStyle/>
          <a:p>
            <a:pPr lvl="0"/>
            <a:r>
              <a:rPr lang="en-US" sz="3600" b="1" dirty="0"/>
              <a:t>All versions say “He said a blessing.”</a:t>
            </a:r>
          </a:p>
          <a:p>
            <a:pPr lvl="0"/>
            <a:r>
              <a:rPr lang="en-US" sz="3600" b="1" dirty="0"/>
              <a:t>Who or what does the “blessing” refer?</a:t>
            </a:r>
          </a:p>
          <a:p>
            <a:pPr lvl="1"/>
            <a:r>
              <a:rPr lang="en-US" sz="3200" b="1" dirty="0"/>
              <a:t>That the bread would be nourishing</a:t>
            </a:r>
          </a:p>
          <a:p>
            <a:pPr lvl="1"/>
            <a:r>
              <a:rPr lang="en-US" sz="3200" b="1" dirty="0"/>
              <a:t>Or, praise to God for the making bread? </a:t>
            </a:r>
            <a:endParaRPr lang="en-US" b="1" dirty="0"/>
          </a:p>
          <a:p>
            <a:r>
              <a:rPr lang="en-US" sz="3600" b="1" dirty="0"/>
              <a:t>Bread was used to encompass all sustenance </a:t>
            </a:r>
            <a:endParaRPr lang="en-US" sz="3200" b="1" dirty="0"/>
          </a:p>
          <a:p>
            <a:r>
              <a:rPr lang="en-US" sz="3600" b="1" dirty="0"/>
              <a:t>John 6:35</a:t>
            </a:r>
          </a:p>
          <a:p>
            <a:r>
              <a:rPr lang="en-US" sz="3600" b="1" dirty="0"/>
              <a:t>Jews reverence for bread to an extreme.</a:t>
            </a:r>
          </a:p>
          <a:p>
            <a:r>
              <a:rPr lang="en-US" sz="3600" b="1" dirty="0"/>
              <a:t>YOU NEED A PORTION OF JESUS DAILY!!!</a:t>
            </a:r>
            <a:endParaRPr lang="en-US" sz="4000" b="1" dirty="0"/>
          </a:p>
        </p:txBody>
      </p:sp>
    </p:spTree>
    <p:extLst>
      <p:ext uri="{BB962C8B-B14F-4D97-AF65-F5344CB8AC3E}">
        <p14:creationId xmlns:p14="http://schemas.microsoft.com/office/powerpoint/2010/main" val="3963382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822158" y="256674"/>
            <a:ext cx="10515600" cy="684742"/>
          </a:xfrm>
        </p:spPr>
        <p:txBody>
          <a:bodyPr>
            <a:noAutofit/>
          </a:bodyPr>
          <a:lstStyle/>
          <a:p>
            <a:pPr algn="ctr"/>
            <a:r>
              <a:rPr lang="en-US" sz="8000" b="1" dirty="0">
                <a:effectLst/>
              </a:rPr>
              <a:t>Deliver</a:t>
            </a:r>
            <a:r>
              <a:rPr lang="en-US" sz="8000" b="1" dirty="0"/>
              <a:t> Us From Evil</a:t>
            </a:r>
          </a:p>
        </p:txBody>
      </p:sp>
      <p:sp>
        <p:nvSpPr>
          <p:cNvPr id="6" name="Content Placeholder 5"/>
          <p:cNvSpPr>
            <a:spLocks noGrp="1"/>
          </p:cNvSpPr>
          <p:nvPr>
            <p:ph idx="1"/>
          </p:nvPr>
        </p:nvSpPr>
        <p:spPr>
          <a:xfrm>
            <a:off x="1335507" y="1162162"/>
            <a:ext cx="8225590" cy="5454316"/>
          </a:xfrm>
        </p:spPr>
        <p:txBody>
          <a:bodyPr>
            <a:normAutofit/>
          </a:bodyPr>
          <a:lstStyle/>
          <a:p>
            <a:pPr lvl="0"/>
            <a:r>
              <a:rPr lang="en-US" sz="3600" b="1" dirty="0"/>
              <a:t>What kind of evil?</a:t>
            </a:r>
            <a:endParaRPr lang="en-US" sz="3200" b="1" dirty="0"/>
          </a:p>
          <a:p>
            <a:pPr lvl="0"/>
            <a:r>
              <a:rPr lang="en-US" sz="3600" b="1" dirty="0"/>
              <a:t>2</a:t>
            </a:r>
            <a:r>
              <a:rPr lang="en-US" sz="3600" b="1" baseline="30000" dirty="0"/>
              <a:t>nd</a:t>
            </a:r>
            <a:r>
              <a:rPr lang="en-US" sz="3600" b="1" dirty="0"/>
              <a:t> century Rabbis specified kinds of evil in their prayers.</a:t>
            </a:r>
          </a:p>
          <a:p>
            <a:pPr lvl="1"/>
            <a:r>
              <a:rPr lang="en-US" sz="3200" b="1" dirty="0"/>
              <a:t>“Deliver me…from a bad person, a bad companion, a bad injury, and evil inclination, and from Satan, the Destroyer.”</a:t>
            </a:r>
          </a:p>
          <a:p>
            <a:pPr lvl="2"/>
            <a:r>
              <a:rPr lang="en-US" sz="2800" b="1" dirty="0"/>
              <a:t>Physical protection</a:t>
            </a:r>
          </a:p>
          <a:p>
            <a:pPr lvl="2"/>
            <a:r>
              <a:rPr lang="en-US" sz="2800" b="1" dirty="0"/>
              <a:t>Temptation by others</a:t>
            </a:r>
          </a:p>
          <a:p>
            <a:pPr lvl="2"/>
            <a:r>
              <a:rPr lang="en-US" sz="2800" b="1" dirty="0"/>
              <a:t>Protection from evil desires</a:t>
            </a:r>
          </a:p>
          <a:p>
            <a:pPr lvl="2"/>
            <a:r>
              <a:rPr lang="en-US" sz="2800" b="1" dirty="0"/>
              <a:t>Protection from Satan</a:t>
            </a:r>
          </a:p>
          <a:p>
            <a:pPr marL="0" indent="0">
              <a:buNone/>
            </a:pPr>
            <a:endParaRPr lang="en-US" sz="3600" b="1" dirty="0"/>
          </a:p>
        </p:txBody>
      </p:sp>
    </p:spTree>
    <p:extLst>
      <p:ext uri="{BB962C8B-B14F-4D97-AF65-F5344CB8AC3E}">
        <p14:creationId xmlns:p14="http://schemas.microsoft.com/office/powerpoint/2010/main" val="224808908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1253480" y="272261"/>
            <a:ext cx="9556720" cy="1107996"/>
          </a:xfrm>
          <a:prstGeom prst="rect">
            <a:avLst/>
          </a:prstGeom>
          <a:noFill/>
        </p:spPr>
        <p:txBody>
          <a:bodyPr wrap="none" lIns="91440" tIns="45720" rIns="91440" bIns="45720">
            <a:spAutoFit/>
          </a:bodyPr>
          <a:lstStyle/>
          <a:p>
            <a:pPr algn="ctr"/>
            <a:r>
              <a:rPr lang="en-US" sz="6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Blessings from the </a:t>
            </a:r>
            <a:r>
              <a:rPr lang="en-US" sz="66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Amidah</a:t>
            </a:r>
            <a:endParaRPr lang="en-US" sz="6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Rectangle 2"/>
          <p:cNvSpPr/>
          <p:nvPr/>
        </p:nvSpPr>
        <p:spPr>
          <a:xfrm>
            <a:off x="829733" y="1380257"/>
            <a:ext cx="8788400" cy="4524315"/>
          </a:xfrm>
          <a:prstGeom prst="rect">
            <a:avLst/>
          </a:prstGeom>
          <a:noFill/>
        </p:spPr>
        <p:txBody>
          <a:bodyPr wrap="square" lIns="91440" tIns="45720" rIns="91440" bIns="45720">
            <a:spAutoFit/>
          </a:bodyPr>
          <a:lstStyle/>
          <a:p>
            <a:pPr algn="ctr"/>
            <a:r>
              <a:rPr lang="en-US" sz="4800" b="1" dirty="0">
                <a:ln w="0"/>
                <a:effectLst>
                  <a:outerShdw blurRad="38100" dist="19050" dir="2700000" algn="tl" rotWithShape="0">
                    <a:schemeClr val="dk1">
                      <a:alpha val="40000"/>
                    </a:schemeClr>
                  </a:outerShdw>
                </a:effectLst>
              </a:rPr>
              <a:t>Lead us back, our Father, to Your Torah, bring us near, our King, to Your service, and cause us to return in perfect repentance before You. Blessed are You, O Lord, who accepts repentance.</a:t>
            </a:r>
          </a:p>
        </p:txBody>
      </p:sp>
    </p:spTree>
    <p:extLst>
      <p:ext uri="{BB962C8B-B14F-4D97-AF65-F5344CB8AC3E}">
        <p14:creationId xmlns:p14="http://schemas.microsoft.com/office/powerpoint/2010/main" val="20976488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Rectangle 1"/>
          <p:cNvSpPr/>
          <p:nvPr/>
        </p:nvSpPr>
        <p:spPr>
          <a:xfrm>
            <a:off x="1253480" y="272261"/>
            <a:ext cx="9556720" cy="1107996"/>
          </a:xfrm>
          <a:prstGeom prst="rect">
            <a:avLst/>
          </a:prstGeom>
          <a:noFill/>
        </p:spPr>
        <p:txBody>
          <a:bodyPr wrap="none" lIns="91440" tIns="45720" rIns="91440" bIns="45720">
            <a:spAutoFit/>
          </a:bodyPr>
          <a:lstStyle/>
          <a:p>
            <a:pPr algn="ctr"/>
            <a:r>
              <a:rPr lang="en-US" sz="6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Blessings from the </a:t>
            </a:r>
            <a:r>
              <a:rPr lang="en-US" sz="66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Amidah</a:t>
            </a:r>
            <a:endParaRPr lang="en-US" sz="6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3" name="Rectangle 2"/>
          <p:cNvSpPr/>
          <p:nvPr/>
        </p:nvSpPr>
        <p:spPr>
          <a:xfrm>
            <a:off x="829733" y="1380257"/>
            <a:ext cx="8788400" cy="4832092"/>
          </a:xfrm>
          <a:prstGeom prst="rect">
            <a:avLst/>
          </a:prstGeom>
          <a:noFill/>
        </p:spPr>
        <p:txBody>
          <a:bodyPr wrap="square" lIns="91440" tIns="45720" rIns="91440" bIns="45720">
            <a:spAutoFit/>
          </a:bodyPr>
          <a:lstStyle/>
          <a:p>
            <a:pPr algn="ctr"/>
            <a:r>
              <a:rPr lang="en-US" sz="4400" b="1" dirty="0">
                <a:ln w="0"/>
                <a:effectLst>
                  <a:outerShdw blurRad="38100" dist="19050" dir="2700000" algn="tl" rotWithShape="0">
                    <a:schemeClr val="dk1">
                      <a:alpha val="40000"/>
                    </a:schemeClr>
                  </a:outerShdw>
                </a:effectLst>
              </a:rPr>
              <a:t>Bless for us, O Lord our God, this year and all of its yield for good, and shower down blessings upon the face of the earth. Fill us with Your bounty and bless our year, that it be as the good years. Blessed are You, O Lord, who blesses the years.</a:t>
            </a:r>
          </a:p>
        </p:txBody>
      </p:sp>
    </p:spTree>
    <p:extLst>
      <p:ext uri="{BB962C8B-B14F-4D97-AF65-F5344CB8AC3E}">
        <p14:creationId xmlns:p14="http://schemas.microsoft.com/office/powerpoint/2010/main" val="30121524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833</Words>
  <Application>Microsoft Office PowerPoint</Application>
  <PresentationFormat>Widescreen</PresentationFormat>
  <Paragraphs>79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Terms To Know</vt:lpstr>
      <vt:lpstr>Our Father</vt:lpstr>
      <vt:lpstr>Hallowed Be Your Name</vt:lpstr>
      <vt:lpstr>Give Us Today Our Daily Bread</vt:lpstr>
      <vt:lpstr>Deliver Us From Evil</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derek dodd</dc:creator>
  <cp:lastModifiedBy>derek dodd</cp:lastModifiedBy>
  <cp:revision>20</cp:revision>
  <dcterms:created xsi:type="dcterms:W3CDTF">2013-12-20T21:35:57Z</dcterms:created>
  <dcterms:modified xsi:type="dcterms:W3CDTF">2022-03-05T14:06:30Z</dcterms:modified>
</cp:coreProperties>
</file>