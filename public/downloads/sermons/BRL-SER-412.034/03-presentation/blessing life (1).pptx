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61" r:id="rId6"/>
    <p:sldId id="260" r:id="rId7"/>
    <p:sldId id="259" r:id="rId8"/>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6EC7E3-DCB1-4777-89BB-E720344699D9}" v="45" dt="2021-08-08T21:58:50.3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45" d="100"/>
          <a:sy n="45" d="100"/>
        </p:scale>
        <p:origin x="41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ek dodd" userId="ec95a1bfe21f4366" providerId="Windows Live" clId="Web-{396EC7E3-DCB1-4777-89BB-E720344699D9}"/>
    <pc:docChg chg="modSld">
      <pc:chgData name="derek dodd" userId="ec95a1bfe21f4366" providerId="Windows Live" clId="Web-{396EC7E3-DCB1-4777-89BB-E720344699D9}" dt="2021-08-08T21:58:49.831" v="21" actId="20577"/>
      <pc:docMkLst>
        <pc:docMk/>
      </pc:docMkLst>
      <pc:sldChg chg="modSp">
        <pc:chgData name="derek dodd" userId="ec95a1bfe21f4366" providerId="Windows Live" clId="Web-{396EC7E3-DCB1-4777-89BB-E720344699D9}" dt="2021-08-08T21:58:49.831" v="21" actId="20577"/>
        <pc:sldMkLst>
          <pc:docMk/>
          <pc:sldMk cId="2358912774" sldId="258"/>
        </pc:sldMkLst>
        <pc:spChg chg="mod">
          <ac:chgData name="derek dodd" userId="ec95a1bfe21f4366" providerId="Windows Live" clId="Web-{396EC7E3-DCB1-4777-89BB-E720344699D9}" dt="2021-08-08T21:58:49.831" v="21" actId="20577"/>
          <ac:spMkLst>
            <pc:docMk/>
            <pc:sldMk cId="2358912774" sldId="258"/>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C73C779-832F-49D4-A0B6-E1D593FB22B6}" type="datetimeFigureOut">
              <a:rPr lang="en-US" smtClean="0"/>
              <a:t>8/8/2021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56A08E-5727-4AEF-9E55-129A3C687BE7}" type="slidenum">
              <a:rPr lang="en-US" smtClean="0"/>
              <a:t>‹#›</a:t>
            </a:fld>
            <a:endParaRPr lang="en-US"/>
          </a:p>
        </p:txBody>
      </p:sp>
    </p:spTree>
    <p:extLst>
      <p:ext uri="{BB962C8B-B14F-4D97-AF65-F5344CB8AC3E}">
        <p14:creationId xmlns:p14="http://schemas.microsoft.com/office/powerpoint/2010/main" val="2360686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73C779-832F-49D4-A0B6-E1D593FB22B6}" type="datetimeFigureOut">
              <a:rPr lang="en-US" smtClean="0"/>
              <a:t>8/8/2021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56A08E-5727-4AEF-9E55-129A3C687BE7}" type="slidenum">
              <a:rPr lang="en-US" smtClean="0"/>
              <a:t>‹#›</a:t>
            </a:fld>
            <a:endParaRPr lang="en-US"/>
          </a:p>
        </p:txBody>
      </p:sp>
    </p:spTree>
    <p:extLst>
      <p:ext uri="{BB962C8B-B14F-4D97-AF65-F5344CB8AC3E}">
        <p14:creationId xmlns:p14="http://schemas.microsoft.com/office/powerpoint/2010/main" val="3104250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73C779-832F-49D4-A0B6-E1D593FB22B6}" type="datetimeFigureOut">
              <a:rPr lang="en-US" smtClean="0"/>
              <a:t>8/8/2021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56A08E-5727-4AEF-9E55-129A3C687BE7}" type="slidenum">
              <a:rPr lang="en-US" smtClean="0"/>
              <a:t>‹#›</a:t>
            </a:fld>
            <a:endParaRPr lang="en-US"/>
          </a:p>
        </p:txBody>
      </p:sp>
    </p:spTree>
    <p:extLst>
      <p:ext uri="{BB962C8B-B14F-4D97-AF65-F5344CB8AC3E}">
        <p14:creationId xmlns:p14="http://schemas.microsoft.com/office/powerpoint/2010/main" val="583580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C73C779-832F-49D4-A0B6-E1D593FB22B6}" type="datetimeFigureOut">
              <a:rPr lang="en-US" smtClean="0"/>
              <a:t>8/8/2021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56A08E-5727-4AEF-9E55-129A3C687BE7}" type="slidenum">
              <a:rPr lang="en-US" smtClean="0"/>
              <a:t>‹#›</a:t>
            </a:fld>
            <a:endParaRPr lang="en-US"/>
          </a:p>
        </p:txBody>
      </p:sp>
    </p:spTree>
    <p:extLst>
      <p:ext uri="{BB962C8B-B14F-4D97-AF65-F5344CB8AC3E}">
        <p14:creationId xmlns:p14="http://schemas.microsoft.com/office/powerpoint/2010/main" val="4268673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73C779-832F-49D4-A0B6-E1D593FB22B6}" type="datetimeFigureOut">
              <a:rPr lang="en-US" smtClean="0"/>
              <a:t>8/8/2021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56A08E-5727-4AEF-9E55-129A3C687BE7}" type="slidenum">
              <a:rPr lang="en-US" smtClean="0"/>
              <a:t>‹#›</a:t>
            </a:fld>
            <a:endParaRPr lang="en-US"/>
          </a:p>
        </p:txBody>
      </p:sp>
    </p:spTree>
    <p:extLst>
      <p:ext uri="{BB962C8B-B14F-4D97-AF65-F5344CB8AC3E}">
        <p14:creationId xmlns:p14="http://schemas.microsoft.com/office/powerpoint/2010/main" val="3708835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C73C779-832F-49D4-A0B6-E1D593FB22B6}" type="datetimeFigureOut">
              <a:rPr lang="en-US" smtClean="0"/>
              <a:t>8/8/2021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56A08E-5727-4AEF-9E55-129A3C687BE7}" type="slidenum">
              <a:rPr lang="en-US" smtClean="0"/>
              <a:t>‹#›</a:t>
            </a:fld>
            <a:endParaRPr lang="en-US"/>
          </a:p>
        </p:txBody>
      </p:sp>
    </p:spTree>
    <p:extLst>
      <p:ext uri="{BB962C8B-B14F-4D97-AF65-F5344CB8AC3E}">
        <p14:creationId xmlns:p14="http://schemas.microsoft.com/office/powerpoint/2010/main" val="2816145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73C779-832F-49D4-A0B6-E1D593FB22B6}" type="datetimeFigureOut">
              <a:rPr lang="en-US" smtClean="0"/>
              <a:t>8/8/2021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56A08E-5727-4AEF-9E55-129A3C687BE7}" type="slidenum">
              <a:rPr lang="en-US" smtClean="0"/>
              <a:t>‹#›</a:t>
            </a:fld>
            <a:endParaRPr lang="en-US"/>
          </a:p>
        </p:txBody>
      </p:sp>
    </p:spTree>
    <p:extLst>
      <p:ext uri="{BB962C8B-B14F-4D97-AF65-F5344CB8AC3E}">
        <p14:creationId xmlns:p14="http://schemas.microsoft.com/office/powerpoint/2010/main" val="2163293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73C779-832F-49D4-A0B6-E1D593FB22B6}" type="datetimeFigureOut">
              <a:rPr lang="en-US" smtClean="0"/>
              <a:t>8/8/2021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56A08E-5727-4AEF-9E55-129A3C687BE7}" type="slidenum">
              <a:rPr lang="en-US" smtClean="0"/>
              <a:t>‹#›</a:t>
            </a:fld>
            <a:endParaRPr lang="en-US"/>
          </a:p>
        </p:txBody>
      </p:sp>
    </p:spTree>
    <p:extLst>
      <p:ext uri="{BB962C8B-B14F-4D97-AF65-F5344CB8AC3E}">
        <p14:creationId xmlns:p14="http://schemas.microsoft.com/office/powerpoint/2010/main" val="3476834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73C779-832F-49D4-A0B6-E1D593FB22B6}" type="datetimeFigureOut">
              <a:rPr lang="en-US" smtClean="0"/>
              <a:t>8/8/2021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56A08E-5727-4AEF-9E55-129A3C687BE7}" type="slidenum">
              <a:rPr lang="en-US" smtClean="0"/>
              <a:t>‹#›</a:t>
            </a:fld>
            <a:endParaRPr lang="en-US"/>
          </a:p>
        </p:txBody>
      </p:sp>
    </p:spTree>
    <p:extLst>
      <p:ext uri="{BB962C8B-B14F-4D97-AF65-F5344CB8AC3E}">
        <p14:creationId xmlns:p14="http://schemas.microsoft.com/office/powerpoint/2010/main" val="744473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73C779-832F-49D4-A0B6-E1D593FB22B6}" type="datetimeFigureOut">
              <a:rPr lang="en-US" smtClean="0"/>
              <a:t>8/8/2021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56A08E-5727-4AEF-9E55-129A3C687BE7}" type="slidenum">
              <a:rPr lang="en-US" smtClean="0"/>
              <a:t>‹#›</a:t>
            </a:fld>
            <a:endParaRPr lang="en-US"/>
          </a:p>
        </p:txBody>
      </p:sp>
    </p:spTree>
    <p:extLst>
      <p:ext uri="{BB962C8B-B14F-4D97-AF65-F5344CB8AC3E}">
        <p14:creationId xmlns:p14="http://schemas.microsoft.com/office/powerpoint/2010/main" val="2323345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73C779-832F-49D4-A0B6-E1D593FB22B6}" type="datetimeFigureOut">
              <a:rPr lang="en-US" smtClean="0"/>
              <a:t>8/8/2021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56A08E-5727-4AEF-9E55-129A3C687BE7}" type="slidenum">
              <a:rPr lang="en-US" smtClean="0"/>
              <a:t>‹#›</a:t>
            </a:fld>
            <a:endParaRPr lang="en-US"/>
          </a:p>
        </p:txBody>
      </p:sp>
    </p:spTree>
    <p:extLst>
      <p:ext uri="{BB962C8B-B14F-4D97-AF65-F5344CB8AC3E}">
        <p14:creationId xmlns:p14="http://schemas.microsoft.com/office/powerpoint/2010/main" val="1205154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73C779-832F-49D4-A0B6-E1D593FB22B6}" type="datetimeFigureOut">
              <a:rPr lang="en-US" smtClean="0"/>
              <a:t>8/8/2021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56A08E-5727-4AEF-9E55-129A3C687BE7}" type="slidenum">
              <a:rPr lang="en-US" smtClean="0"/>
              <a:t>‹#›</a:t>
            </a:fld>
            <a:endParaRPr lang="en-US"/>
          </a:p>
        </p:txBody>
      </p:sp>
    </p:spTree>
    <p:extLst>
      <p:ext uri="{BB962C8B-B14F-4D97-AF65-F5344CB8AC3E}">
        <p14:creationId xmlns:p14="http://schemas.microsoft.com/office/powerpoint/2010/main" val="2367333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Rectangle 3"/>
          <p:cNvSpPr/>
          <p:nvPr/>
        </p:nvSpPr>
        <p:spPr>
          <a:xfrm>
            <a:off x="6455391" y="224135"/>
            <a:ext cx="5569730" cy="1938992"/>
          </a:xfrm>
          <a:prstGeom prst="rect">
            <a:avLst/>
          </a:prstGeom>
          <a:noFill/>
        </p:spPr>
        <p:txBody>
          <a:bodyPr wrap="none" lIns="91440" tIns="45720" rIns="91440" bIns="45720">
            <a:spAutoFit/>
          </a:bodyPr>
          <a:lstStyle/>
          <a:p>
            <a:pPr algn="ctr"/>
            <a:r>
              <a:rPr lang="en-US"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BLESSING LIFE</a:t>
            </a:r>
          </a:p>
          <a:p>
            <a:pPr algn="ctr"/>
            <a:r>
              <a:rPr lang="en-US" sz="48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MATT 5:1-12</a:t>
            </a:r>
            <a:endParaRPr lang="en-US" sz="4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8276367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1572127" y="2839452"/>
            <a:ext cx="7828547" cy="2554545"/>
          </a:xfrm>
          <a:prstGeom prst="rect">
            <a:avLst/>
          </a:prstGeom>
        </p:spPr>
        <p:txBody>
          <a:bodyPr wrap="square">
            <a:spAutoFit/>
          </a:bodyPr>
          <a:lstStyle/>
          <a:p>
            <a:r>
              <a:rPr lang="en-US" sz="4000" dirty="0"/>
              <a:t>“When you have eaten and are satisfied, you shall bless the Lord your God for the good land which He has given you” (</a:t>
            </a:r>
            <a:r>
              <a:rPr lang="en-US" sz="4000" dirty="0" err="1"/>
              <a:t>Deut</a:t>
            </a:r>
            <a:r>
              <a:rPr lang="en-US" sz="4000" dirty="0"/>
              <a:t> 8:10)</a:t>
            </a:r>
          </a:p>
        </p:txBody>
      </p:sp>
      <p:sp>
        <p:nvSpPr>
          <p:cNvPr id="5" name="Rectangle 4"/>
          <p:cNvSpPr/>
          <p:nvPr/>
        </p:nvSpPr>
        <p:spPr>
          <a:xfrm>
            <a:off x="1930807" y="320388"/>
            <a:ext cx="8567858" cy="1200329"/>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7200" b="1" dirty="0">
                <a:ln/>
                <a:solidFill>
                  <a:schemeClr val="accent3"/>
                </a:solidFill>
              </a:rPr>
              <a:t>Praying</a:t>
            </a:r>
            <a:r>
              <a:rPr lang="en-US" sz="6000" b="1" dirty="0">
                <a:ln/>
                <a:solidFill>
                  <a:schemeClr val="accent3"/>
                </a:solidFill>
              </a:rPr>
              <a:t> for Our Blessings</a:t>
            </a:r>
          </a:p>
        </p:txBody>
      </p:sp>
    </p:spTree>
    <p:extLst>
      <p:ext uri="{BB962C8B-B14F-4D97-AF65-F5344CB8AC3E}">
        <p14:creationId xmlns:p14="http://schemas.microsoft.com/office/powerpoint/2010/main" val="137691797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4" name="Rectangle 3"/>
          <p:cNvSpPr/>
          <p:nvPr/>
        </p:nvSpPr>
        <p:spPr>
          <a:xfrm>
            <a:off x="1268055" y="1872189"/>
            <a:ext cx="8823158" cy="4401205"/>
          </a:xfrm>
          <a:prstGeom prst="rect">
            <a:avLst/>
          </a:prstGeom>
        </p:spPr>
        <p:txBody>
          <a:bodyPr wrap="square">
            <a:spAutoFit/>
          </a:bodyPr>
          <a:lstStyle/>
          <a:p>
            <a:r>
              <a:rPr lang="en-US" sz="4000" dirty="0"/>
              <a:t>“and when your herds and flocks multiply and your silver and gold is multiplied and all that you have is multiplied, then your heart be lifted up, and you forget the Lord your God, who brought you out of the land of Egypt, out of the house of slavery.(8:13-15)</a:t>
            </a:r>
          </a:p>
        </p:txBody>
      </p:sp>
      <p:sp>
        <p:nvSpPr>
          <p:cNvPr id="3" name="Rectangle 2"/>
          <p:cNvSpPr/>
          <p:nvPr/>
        </p:nvSpPr>
        <p:spPr>
          <a:xfrm>
            <a:off x="2229124" y="272261"/>
            <a:ext cx="7862089" cy="1200329"/>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7200" b="1" cap="none" spc="0" dirty="0">
                <a:ln/>
                <a:solidFill>
                  <a:schemeClr val="accent3"/>
                </a:solidFill>
                <a:effectLst/>
              </a:rPr>
              <a:t>Don’t Forget to Pray</a:t>
            </a:r>
          </a:p>
        </p:txBody>
      </p:sp>
    </p:spTree>
    <p:extLst>
      <p:ext uri="{BB962C8B-B14F-4D97-AF65-F5344CB8AC3E}">
        <p14:creationId xmlns:p14="http://schemas.microsoft.com/office/powerpoint/2010/main" val="40298985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10063"/>
            <a:ext cx="10515600" cy="3866900"/>
          </a:xfrm>
        </p:spPr>
        <p:txBody>
          <a:bodyPr vert="horz" lIns="91440" tIns="45720" rIns="91440" bIns="45720" rtlCol="0" anchor="t">
            <a:normAutofit/>
          </a:bodyPr>
          <a:lstStyle/>
          <a:p>
            <a:r>
              <a:rPr lang="en-US" sz="4000" dirty="0"/>
              <a:t>SATURATING LIFE WITH PRAYER</a:t>
            </a:r>
          </a:p>
          <a:p>
            <a:pPr lvl="1"/>
            <a:r>
              <a:rPr lang="en-US" sz="3600" dirty="0"/>
              <a:t>Like water to a sponge, prayer will saturate you with God.</a:t>
            </a:r>
          </a:p>
          <a:p>
            <a:r>
              <a:rPr lang="en-US" sz="4000" dirty="0"/>
              <a:t>PRAYING WITHOUT CEASING</a:t>
            </a:r>
          </a:p>
          <a:p>
            <a:pPr lvl="1"/>
            <a:r>
              <a:rPr lang="en-US" sz="3600" dirty="0"/>
              <a:t>1 Thess. 5:17 / Phil. 4:6 / James 5:13-14</a:t>
            </a:r>
            <a:endParaRPr lang="en-US" sz="3600" dirty="0">
              <a:cs typeface="Calibri"/>
            </a:endParaRPr>
          </a:p>
        </p:txBody>
      </p:sp>
      <p:sp>
        <p:nvSpPr>
          <p:cNvPr id="5" name="Rectangle 4"/>
          <p:cNvSpPr/>
          <p:nvPr/>
        </p:nvSpPr>
        <p:spPr>
          <a:xfrm>
            <a:off x="3686374" y="352472"/>
            <a:ext cx="5172185" cy="1200329"/>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7200" b="1" cap="none" spc="0" dirty="0">
                <a:ln/>
                <a:solidFill>
                  <a:schemeClr val="accent3"/>
                </a:solidFill>
                <a:effectLst/>
              </a:rPr>
              <a:t>Prayerful</a:t>
            </a:r>
            <a:r>
              <a:rPr lang="en-US" sz="5400" b="1" cap="none" spc="0" dirty="0">
                <a:ln/>
                <a:solidFill>
                  <a:schemeClr val="accent3"/>
                </a:solidFill>
                <a:effectLst/>
              </a:rPr>
              <a:t> </a:t>
            </a:r>
            <a:r>
              <a:rPr lang="en-US" sz="7200" b="1" cap="none" spc="0" dirty="0">
                <a:ln/>
                <a:solidFill>
                  <a:schemeClr val="accent3"/>
                </a:solidFill>
                <a:effectLst/>
              </a:rPr>
              <a:t>Life</a:t>
            </a:r>
          </a:p>
        </p:txBody>
      </p:sp>
    </p:spTree>
    <p:extLst>
      <p:ext uri="{BB962C8B-B14F-4D97-AF65-F5344CB8AC3E}">
        <p14:creationId xmlns:p14="http://schemas.microsoft.com/office/powerpoint/2010/main" val="23589127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8851232" cy="4351338"/>
          </a:xfrm>
        </p:spPr>
        <p:txBody>
          <a:bodyPr>
            <a:normAutofit fontScale="92500" lnSpcReduction="20000"/>
          </a:bodyPr>
          <a:lstStyle/>
          <a:p>
            <a:r>
              <a:rPr lang="en-US" sz="4000" dirty="0"/>
              <a:t>MATT 14:9</a:t>
            </a:r>
          </a:p>
          <a:p>
            <a:pPr lvl="1"/>
            <a:r>
              <a:rPr lang="en-US" sz="3600" dirty="0"/>
              <a:t>What did Jesus bless, the bread or God? What was the blessing He spoke?</a:t>
            </a:r>
          </a:p>
          <a:p>
            <a:r>
              <a:rPr lang="en-US" sz="4000" dirty="0"/>
              <a:t>MATT 9:8</a:t>
            </a:r>
          </a:p>
          <a:p>
            <a:pPr lvl="1"/>
            <a:r>
              <a:rPr lang="en-US" sz="3600" dirty="0"/>
              <a:t>The people said a blessing for God giving man ability and authority to heal.</a:t>
            </a:r>
          </a:p>
          <a:p>
            <a:r>
              <a:rPr lang="en-US" sz="4000" dirty="0"/>
              <a:t>LUKE 17:12-19</a:t>
            </a:r>
          </a:p>
          <a:p>
            <a:pPr lvl="1"/>
            <a:r>
              <a:rPr lang="en-US" sz="3600" dirty="0"/>
              <a:t>Why did not the other nine lepers come back to say a blessing to Jesus and for their cleansing?</a:t>
            </a:r>
          </a:p>
        </p:txBody>
      </p:sp>
      <p:sp>
        <p:nvSpPr>
          <p:cNvPr id="4" name="Rectangle 3"/>
          <p:cNvSpPr/>
          <p:nvPr/>
        </p:nvSpPr>
        <p:spPr>
          <a:xfrm>
            <a:off x="654960" y="272261"/>
            <a:ext cx="10882082" cy="1200329"/>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7200" b="1" cap="none" spc="0" dirty="0">
                <a:ln/>
                <a:solidFill>
                  <a:schemeClr val="accent3"/>
                </a:solidFill>
                <a:effectLst/>
              </a:rPr>
              <a:t>BLESSINGS IN THE GOSPELS </a:t>
            </a:r>
          </a:p>
        </p:txBody>
      </p:sp>
    </p:spTree>
    <p:extLst>
      <p:ext uri="{BB962C8B-B14F-4D97-AF65-F5344CB8AC3E}">
        <p14:creationId xmlns:p14="http://schemas.microsoft.com/office/powerpoint/2010/main" val="4075290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8514347" cy="4351338"/>
          </a:xfrm>
        </p:spPr>
        <p:txBody>
          <a:bodyPr>
            <a:normAutofit fontScale="92500" lnSpcReduction="10000"/>
          </a:bodyPr>
          <a:lstStyle/>
          <a:p>
            <a:r>
              <a:rPr lang="en-US" sz="4000" dirty="0"/>
              <a:t>GRATEFUL</a:t>
            </a:r>
          </a:p>
          <a:p>
            <a:pPr lvl="1"/>
            <a:r>
              <a:rPr lang="en-US" sz="3600" dirty="0"/>
              <a:t>Saying prayers daily reminds us of all God has given us.</a:t>
            </a:r>
          </a:p>
          <a:p>
            <a:r>
              <a:rPr lang="en-US" sz="4000" dirty="0"/>
              <a:t>POSITIVE</a:t>
            </a:r>
          </a:p>
          <a:p>
            <a:pPr lvl="1"/>
            <a:r>
              <a:rPr lang="en-US" sz="3600" dirty="0"/>
              <a:t>A prayerful life produces a positive attitude because we know God is listening.</a:t>
            </a:r>
          </a:p>
          <a:p>
            <a:r>
              <a:rPr lang="en-US" sz="4000" dirty="0"/>
              <a:t>THOUGHTFUL</a:t>
            </a:r>
          </a:p>
          <a:p>
            <a:pPr lvl="1"/>
            <a:r>
              <a:rPr lang="en-US" sz="3600" dirty="0"/>
              <a:t>It takes thought, even sometimes planning, to have a daily life saturated with prayer.</a:t>
            </a:r>
          </a:p>
          <a:p>
            <a:endParaRPr lang="en-US" dirty="0"/>
          </a:p>
        </p:txBody>
      </p:sp>
      <p:sp>
        <p:nvSpPr>
          <p:cNvPr id="5" name="Rectangle 4"/>
          <p:cNvSpPr/>
          <p:nvPr/>
        </p:nvSpPr>
        <p:spPr>
          <a:xfrm>
            <a:off x="838201" y="240177"/>
            <a:ext cx="10589629"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cap="none" spc="0" dirty="0">
                <a:ln/>
                <a:solidFill>
                  <a:schemeClr val="accent3"/>
                </a:solidFill>
                <a:effectLst/>
              </a:rPr>
              <a:t>PRAYERS THAT CHANGES ATTITUDES</a:t>
            </a:r>
          </a:p>
        </p:txBody>
      </p:sp>
    </p:spTree>
    <p:extLst>
      <p:ext uri="{BB962C8B-B14F-4D97-AF65-F5344CB8AC3E}">
        <p14:creationId xmlns:p14="http://schemas.microsoft.com/office/powerpoint/2010/main" val="4695509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4409314" y="0"/>
            <a:ext cx="2924198" cy="1200329"/>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7200" b="1" dirty="0">
                <a:ln/>
                <a:solidFill>
                  <a:schemeClr val="accent3"/>
                </a:solidFill>
              </a:rPr>
              <a:t>Closing</a:t>
            </a:r>
            <a:endParaRPr lang="en-US" sz="7200" b="1" cap="none" spc="0" dirty="0">
              <a:ln/>
              <a:solidFill>
                <a:schemeClr val="accent3"/>
              </a:solidFill>
              <a:effectLst/>
            </a:endParaRPr>
          </a:p>
        </p:txBody>
      </p:sp>
      <p:sp>
        <p:nvSpPr>
          <p:cNvPr id="3" name="Rectangle 2"/>
          <p:cNvSpPr/>
          <p:nvPr/>
        </p:nvSpPr>
        <p:spPr>
          <a:xfrm>
            <a:off x="914400" y="1049867"/>
            <a:ext cx="8551333" cy="5847755"/>
          </a:xfrm>
          <a:prstGeom prst="rect">
            <a:avLst/>
          </a:prstGeom>
          <a:noFill/>
        </p:spPr>
        <p:txBody>
          <a:bodyPr wrap="square" lIns="91440" tIns="45720" rIns="91440" bIns="45720">
            <a:spAutoFit/>
          </a:bodyPr>
          <a:lstStyle/>
          <a:p>
            <a:pPr marL="685800" indent="-685800">
              <a:buFont typeface="Arial" panose="020B0604020202020204" pitchFamily="34" charset="0"/>
              <a:buChar char="•"/>
            </a:pPr>
            <a:r>
              <a:rPr lang="en-US" sz="4000" b="0" cap="none" spc="0" dirty="0">
                <a:ln w="0"/>
                <a:solidFill>
                  <a:schemeClr val="tx1"/>
                </a:solidFill>
                <a:effectLst>
                  <a:outerShdw blurRad="38100" dist="19050" dir="2700000" algn="tl" rotWithShape="0">
                    <a:schemeClr val="dk1">
                      <a:alpha val="40000"/>
                    </a:schemeClr>
                  </a:outerShdw>
                </a:effectLst>
              </a:rPr>
              <a:t>Life must be saturated with prayer.</a:t>
            </a:r>
          </a:p>
          <a:p>
            <a:pPr marL="685800" indent="-685800">
              <a:buFont typeface="Arial" panose="020B0604020202020204" pitchFamily="34" charset="0"/>
              <a:buChar char="•"/>
            </a:pPr>
            <a:r>
              <a:rPr lang="en-US" sz="4000" dirty="0">
                <a:ln w="0"/>
                <a:effectLst>
                  <a:outerShdw blurRad="38100" dist="19050" dir="2700000" algn="tl" rotWithShape="0">
                    <a:schemeClr val="dk1">
                      <a:alpha val="40000"/>
                    </a:schemeClr>
                  </a:outerShdw>
                </a:effectLst>
              </a:rPr>
              <a:t>We find the Gospels teaching that Jesus said blessings all the time.</a:t>
            </a:r>
          </a:p>
          <a:p>
            <a:pPr marL="685800" indent="-685800">
              <a:buFont typeface="Arial" panose="020B0604020202020204" pitchFamily="34" charset="0"/>
              <a:buChar char="•"/>
            </a:pPr>
            <a:r>
              <a:rPr lang="en-US" sz="4000" b="0" cap="none" spc="0" dirty="0">
                <a:ln w="0"/>
                <a:solidFill>
                  <a:schemeClr val="tx1"/>
                </a:solidFill>
                <a:effectLst>
                  <a:outerShdw blurRad="38100" dist="19050" dir="2700000" algn="tl" rotWithShape="0">
                    <a:schemeClr val="dk1">
                      <a:alpha val="40000"/>
                    </a:schemeClr>
                  </a:outerShdw>
                </a:effectLst>
              </a:rPr>
              <a:t>The apostles taught us to say blessings daily.</a:t>
            </a:r>
          </a:p>
          <a:p>
            <a:pPr marL="685800" indent="-685800">
              <a:buFont typeface="Arial" panose="020B0604020202020204" pitchFamily="34" charset="0"/>
              <a:buChar char="•"/>
            </a:pPr>
            <a:r>
              <a:rPr lang="en-US" sz="4000" dirty="0">
                <a:ln w="0"/>
                <a:effectLst>
                  <a:outerShdw blurRad="38100" dist="19050" dir="2700000" algn="tl" rotWithShape="0">
                    <a:schemeClr val="dk1">
                      <a:alpha val="40000"/>
                    </a:schemeClr>
                  </a:outerShdw>
                </a:effectLst>
              </a:rPr>
              <a:t>The prayerful life with help to give you an attitude that is pleasing to God and one that others will want to be around.</a:t>
            </a:r>
            <a:endParaRPr lang="en-US" sz="4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420642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300</Words>
  <Application>Microsoft Office PowerPoint</Application>
  <PresentationFormat>Widescreen</PresentationFormat>
  <Paragraphs>30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derek dodd</dc:creator>
  <cp:lastModifiedBy>derek dodd</cp:lastModifiedBy>
  <cp:revision>12</cp:revision>
  <dcterms:created xsi:type="dcterms:W3CDTF">2013-12-22T05:00:18Z</dcterms:created>
  <dcterms:modified xsi:type="dcterms:W3CDTF">2021-08-08T21:58:54Z</dcterms:modified>
</cp:coreProperties>
</file>